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2" r:id="rId6"/>
    <p:sldId id="265" r:id="rId7"/>
    <p:sldId id="273" r:id="rId8"/>
    <p:sldId id="274" r:id="rId9"/>
    <p:sldId id="259" r:id="rId10"/>
    <p:sldId id="271" r:id="rId11"/>
    <p:sldId id="278" r:id="rId12"/>
    <p:sldId id="263" r:id="rId13"/>
    <p:sldId id="277" r:id="rId14"/>
    <p:sldId id="276" r:id="rId15"/>
    <p:sldId id="269"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A7A7"/>
    <a:srgbClr val="F9ADD5"/>
    <a:srgbClr val="FFC5C5"/>
    <a:srgbClr val="F8CD78"/>
    <a:srgbClr val="FEA37A"/>
    <a:srgbClr val="DCEDA7"/>
    <a:srgbClr val="E6F2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F0363-9ABD-4634-904B-27B4995ADA91}" v="909" dt="2025-12-09T06:14:16.438"/>
    <p1510:client id="{8A58AC97-0E18-46A2-8CCD-48D4A02B56F9}" v="122" dt="2025-12-08T09:28:00.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ang Dieu Linh" userId="S::24320.linh@vpic1.com.vn::159e744a-ad98-486e-89ef-4baa5e516b92" providerId="AD" clId="Web-{10AF0363-9ABD-4634-904B-27B4995ADA91}"/>
    <pc:docChg chg="modSld">
      <pc:chgData name="Hoang Dieu Linh" userId="S::24320.linh@vpic1.com.vn::159e744a-ad98-486e-89ef-4baa5e516b92" providerId="AD" clId="Web-{10AF0363-9ABD-4634-904B-27B4995ADA91}" dt="2025-12-09T06:14:16.438" v="893" actId="20577"/>
      <pc:docMkLst>
        <pc:docMk/>
      </pc:docMkLst>
      <pc:sldChg chg="modSp">
        <pc:chgData name="Hoang Dieu Linh" userId="S::24320.linh@vpic1.com.vn::159e744a-ad98-486e-89ef-4baa5e516b92" providerId="AD" clId="Web-{10AF0363-9ABD-4634-904B-27B4995ADA91}" dt="2025-12-09T04:37:11.966" v="114" actId="20577"/>
        <pc:sldMkLst>
          <pc:docMk/>
          <pc:sldMk cId="1285704872" sldId="259"/>
        </pc:sldMkLst>
        <pc:spChg chg="mod">
          <ac:chgData name="Hoang Dieu Linh" userId="S::24320.linh@vpic1.com.vn::159e744a-ad98-486e-89ef-4baa5e516b92" providerId="AD" clId="Web-{10AF0363-9ABD-4634-904B-27B4995ADA91}" dt="2025-12-09T04:32:10.093" v="38" actId="20577"/>
          <ac:spMkLst>
            <pc:docMk/>
            <pc:sldMk cId="1285704872" sldId="259"/>
            <ac:spMk id="5" creationId="{7395D874-5EBF-4B15-8AC9-F964260C62E7}"/>
          </ac:spMkLst>
        </pc:spChg>
        <pc:spChg chg="mod">
          <ac:chgData name="Hoang Dieu Linh" userId="S::24320.linh@vpic1.com.vn::159e744a-ad98-486e-89ef-4baa5e516b92" providerId="AD" clId="Web-{10AF0363-9ABD-4634-904B-27B4995ADA91}" dt="2025-12-09T04:32:50.265" v="49" actId="20577"/>
          <ac:spMkLst>
            <pc:docMk/>
            <pc:sldMk cId="1285704872" sldId="259"/>
            <ac:spMk id="7" creationId="{09ECCBD9-5314-4B32-A087-3CC61077BF94}"/>
          </ac:spMkLst>
        </pc:spChg>
        <pc:spChg chg="mod">
          <ac:chgData name="Hoang Dieu Linh" userId="S::24320.linh@vpic1.com.vn::159e744a-ad98-486e-89ef-4baa5e516b92" providerId="AD" clId="Web-{10AF0363-9ABD-4634-904B-27B4995ADA91}" dt="2025-12-09T04:37:11.966" v="114" actId="20577"/>
          <ac:spMkLst>
            <pc:docMk/>
            <pc:sldMk cId="1285704872" sldId="259"/>
            <ac:spMk id="9" creationId="{828E729B-B281-4866-B790-FF3CC81F9455}"/>
          </ac:spMkLst>
        </pc:spChg>
        <pc:spChg chg="mod">
          <ac:chgData name="Hoang Dieu Linh" userId="S::24320.linh@vpic1.com.vn::159e744a-ad98-486e-89ef-4baa5e516b92" providerId="AD" clId="Web-{10AF0363-9ABD-4634-904B-27B4995ADA91}" dt="2025-12-09T04:35:13.205" v="111" actId="20577"/>
          <ac:spMkLst>
            <pc:docMk/>
            <pc:sldMk cId="1285704872" sldId="259"/>
            <ac:spMk id="12" creationId="{ABA77108-2F15-4A58-85A7-35087BA68852}"/>
          </ac:spMkLst>
        </pc:spChg>
      </pc:sldChg>
      <pc:sldChg chg="modSp">
        <pc:chgData name="Hoang Dieu Linh" userId="S::24320.linh@vpic1.com.vn::159e744a-ad98-486e-89ef-4baa5e516b92" providerId="AD" clId="Web-{10AF0363-9ABD-4634-904B-27B4995ADA91}" dt="2025-12-09T06:14:16.438" v="893" actId="20577"/>
        <pc:sldMkLst>
          <pc:docMk/>
          <pc:sldMk cId="4115977430" sldId="277"/>
        </pc:sldMkLst>
        <pc:spChg chg="mod">
          <ac:chgData name="Hoang Dieu Linh" userId="S::24320.linh@vpic1.com.vn::159e744a-ad98-486e-89ef-4baa5e516b92" providerId="AD" clId="Web-{10AF0363-9ABD-4634-904B-27B4995ADA91}" dt="2025-12-09T04:54:49.761" v="438" actId="20577"/>
          <ac:spMkLst>
            <pc:docMk/>
            <pc:sldMk cId="4115977430" sldId="277"/>
            <ac:spMk id="4" creationId="{CACAC62C-BBC1-4DA1-BACC-B0EDE2B0DA5E}"/>
          </ac:spMkLst>
        </pc:spChg>
        <pc:spChg chg="mod">
          <ac:chgData name="Hoang Dieu Linh" userId="S::24320.linh@vpic1.com.vn::159e744a-ad98-486e-89ef-4baa5e516b92" providerId="AD" clId="Web-{10AF0363-9ABD-4634-904B-27B4995ADA91}" dt="2025-12-09T04:58:38.540" v="582" actId="20577"/>
          <ac:spMkLst>
            <pc:docMk/>
            <pc:sldMk cId="4115977430" sldId="277"/>
            <ac:spMk id="5" creationId="{147CBFD6-AC3C-48D2-947D-7CFCDFF417E5}"/>
          </ac:spMkLst>
        </pc:spChg>
        <pc:spChg chg="mod">
          <ac:chgData name="Hoang Dieu Linh" userId="S::24320.linh@vpic1.com.vn::159e744a-ad98-486e-89ef-4baa5e516b92" providerId="AD" clId="Web-{10AF0363-9ABD-4634-904B-27B4995ADA91}" dt="2025-12-09T06:04:57.680" v="662" actId="14100"/>
          <ac:spMkLst>
            <pc:docMk/>
            <pc:sldMk cId="4115977430" sldId="277"/>
            <ac:spMk id="7" creationId="{FD0FA76D-4AB2-4BA1-ACF1-D1F7C389075E}"/>
          </ac:spMkLst>
        </pc:spChg>
        <pc:spChg chg="mod">
          <ac:chgData name="Hoang Dieu Linh" userId="S::24320.linh@vpic1.com.vn::159e744a-ad98-486e-89ef-4baa5e516b92" providerId="AD" clId="Web-{10AF0363-9ABD-4634-904B-27B4995ADA91}" dt="2025-12-09T06:08:51.819" v="787" actId="1076"/>
          <ac:spMkLst>
            <pc:docMk/>
            <pc:sldMk cId="4115977430" sldId="277"/>
            <ac:spMk id="9" creationId="{D8022ADB-2470-4071-B5F5-6A75050E983C}"/>
          </ac:spMkLst>
        </pc:spChg>
        <pc:spChg chg="mod">
          <ac:chgData name="Hoang Dieu Linh" userId="S::24320.linh@vpic1.com.vn::159e744a-ad98-486e-89ef-4baa5e516b92" providerId="AD" clId="Web-{10AF0363-9ABD-4634-904B-27B4995ADA91}" dt="2025-12-09T06:13:53.531" v="889" actId="20577"/>
          <ac:spMkLst>
            <pc:docMk/>
            <pc:sldMk cId="4115977430" sldId="277"/>
            <ac:spMk id="11" creationId="{47E5523E-6346-421C-8332-475CB77FC5E8}"/>
          </ac:spMkLst>
        </pc:spChg>
        <pc:spChg chg="mod">
          <ac:chgData name="Hoang Dieu Linh" userId="S::24320.linh@vpic1.com.vn::159e744a-ad98-486e-89ef-4baa5e516b92" providerId="AD" clId="Web-{10AF0363-9ABD-4634-904B-27B4995ADA91}" dt="2025-12-09T06:14:16.438" v="893" actId="20577"/>
          <ac:spMkLst>
            <pc:docMk/>
            <pc:sldMk cId="4115977430" sldId="277"/>
            <ac:spMk id="34" creationId="{2971F25B-DDCB-4E81-96CF-011A25DE8469}"/>
          </ac:spMkLst>
        </pc:spChg>
        <pc:grpChg chg="mod">
          <ac:chgData name="Hoang Dieu Linh" userId="S::24320.linh@vpic1.com.vn::159e744a-ad98-486e-89ef-4baa5e516b92" providerId="AD" clId="Web-{10AF0363-9ABD-4634-904B-27B4995ADA91}" dt="2025-12-09T06:03:15.904" v="607" actId="1076"/>
          <ac:grpSpMkLst>
            <pc:docMk/>
            <pc:sldMk cId="4115977430" sldId="277"/>
            <ac:grpSpMk id="36" creationId="{B58899F7-8957-4878-B162-0D4AA3F27452}"/>
          </ac:grpSpMkLst>
        </pc:grpChg>
      </pc:sldChg>
      <pc:sldChg chg="modSp">
        <pc:chgData name="Hoang Dieu Linh" userId="S::24320.linh@vpic1.com.vn::159e744a-ad98-486e-89ef-4baa5e516b92" providerId="AD" clId="Web-{10AF0363-9ABD-4634-904B-27B4995ADA91}" dt="2025-12-09T04:46:51.429" v="389" actId="20577"/>
        <pc:sldMkLst>
          <pc:docMk/>
          <pc:sldMk cId="519266022" sldId="278"/>
        </pc:sldMkLst>
        <pc:spChg chg="mod">
          <ac:chgData name="Hoang Dieu Linh" userId="S::24320.linh@vpic1.com.vn::159e744a-ad98-486e-89ef-4baa5e516b92" providerId="AD" clId="Web-{10AF0363-9ABD-4634-904B-27B4995ADA91}" dt="2025-12-09T04:40:54.918" v="185" actId="1076"/>
          <ac:spMkLst>
            <pc:docMk/>
            <pc:sldMk cId="519266022" sldId="278"/>
            <ac:spMk id="4" creationId="{CC9EF27F-4288-41E5-9B56-2593EFE436C4}"/>
          </ac:spMkLst>
        </pc:spChg>
        <pc:spChg chg="mod">
          <ac:chgData name="Hoang Dieu Linh" userId="S::24320.linh@vpic1.com.vn::159e744a-ad98-486e-89ef-4baa5e516b92" providerId="AD" clId="Web-{10AF0363-9ABD-4634-904B-27B4995ADA91}" dt="2025-12-09T04:37:37.468" v="127" actId="20577"/>
          <ac:spMkLst>
            <pc:docMk/>
            <pc:sldMk cId="519266022" sldId="278"/>
            <ac:spMk id="5" creationId="{7395D874-5EBF-4B15-8AC9-F964260C62E7}"/>
          </ac:spMkLst>
        </pc:spChg>
        <pc:spChg chg="mod">
          <ac:chgData name="Hoang Dieu Linh" userId="S::24320.linh@vpic1.com.vn::159e744a-ad98-486e-89ef-4baa5e516b92" providerId="AD" clId="Web-{10AF0363-9ABD-4634-904B-27B4995ADA91}" dt="2025-12-09T04:40:55.105" v="186" actId="1076"/>
          <ac:spMkLst>
            <pc:docMk/>
            <pc:sldMk cId="519266022" sldId="278"/>
            <ac:spMk id="6" creationId="{4D07DE75-A9E5-4A16-9744-819357C840DB}"/>
          </ac:spMkLst>
        </pc:spChg>
        <pc:spChg chg="mod">
          <ac:chgData name="Hoang Dieu Linh" userId="S::24320.linh@vpic1.com.vn::159e744a-ad98-486e-89ef-4baa5e516b92" providerId="AD" clId="Web-{10AF0363-9ABD-4634-904B-27B4995ADA91}" dt="2025-12-09T04:40:37.714" v="184" actId="20577"/>
          <ac:spMkLst>
            <pc:docMk/>
            <pc:sldMk cId="519266022" sldId="278"/>
            <ac:spMk id="7" creationId="{09ECCBD9-5314-4B32-A087-3CC61077BF94}"/>
          </ac:spMkLst>
        </pc:spChg>
        <pc:spChg chg="mod">
          <ac:chgData name="Hoang Dieu Linh" userId="S::24320.linh@vpic1.com.vn::159e744a-ad98-486e-89ef-4baa5e516b92" providerId="AD" clId="Web-{10AF0363-9ABD-4634-904B-27B4995ADA91}" dt="2025-12-09T04:46:51.429" v="389" actId="20577"/>
          <ac:spMkLst>
            <pc:docMk/>
            <pc:sldMk cId="519266022" sldId="278"/>
            <ac:spMk id="9" creationId="{828E729B-B281-4866-B790-FF3CC81F9455}"/>
          </ac:spMkLst>
        </pc:spChg>
        <pc:spChg chg="mod">
          <ac:chgData name="Hoang Dieu Linh" userId="S::24320.linh@vpic1.com.vn::159e744a-ad98-486e-89ef-4baa5e516b92" providerId="AD" clId="Web-{10AF0363-9ABD-4634-904B-27B4995ADA91}" dt="2025-12-09T04:42:03.811" v="228" actId="1076"/>
          <ac:spMkLst>
            <pc:docMk/>
            <pc:sldMk cId="519266022" sldId="278"/>
            <ac:spMk id="10" creationId="{23675FE4-6229-4A26-8397-8DC5AB036776}"/>
          </ac:spMkLst>
        </pc:spChg>
        <pc:spChg chg="mod">
          <ac:chgData name="Hoang Dieu Linh" userId="S::24320.linh@vpic1.com.vn::159e744a-ad98-486e-89ef-4baa5e516b92" providerId="AD" clId="Web-{10AF0363-9ABD-4634-904B-27B4995ADA91}" dt="2025-12-09T04:43:09.360" v="251" actId="20577"/>
          <ac:spMkLst>
            <pc:docMk/>
            <pc:sldMk cId="519266022" sldId="278"/>
            <ac:spMk id="11" creationId="{BF0A8448-B32D-482B-A42F-BED4E203D9D5}"/>
          </ac:spMkLst>
        </pc:spChg>
      </pc:sldChg>
    </pc:docChg>
  </pc:docChgLst>
  <pc:docChgLst>
    <pc:chgData name="Bach Thi Hong Nga" userId="352dd9b2-011a-4537-8f3e-8dfc2d75815d" providerId="ADAL" clId="{14D25510-4D7E-45E8-A9D8-459021E71480}"/>
    <pc:docChg chg="undo custSel modSld">
      <pc:chgData name="Bach Thi Hong Nga" userId="352dd9b2-011a-4537-8f3e-8dfc2d75815d" providerId="ADAL" clId="{14D25510-4D7E-45E8-A9D8-459021E71480}" dt="2025-12-09T09:20:23.133" v="530" actId="1076"/>
      <pc:docMkLst>
        <pc:docMk/>
      </pc:docMkLst>
      <pc:sldChg chg="modSp">
        <pc:chgData name="Bach Thi Hong Nga" userId="352dd9b2-011a-4537-8f3e-8dfc2d75815d" providerId="ADAL" clId="{14D25510-4D7E-45E8-A9D8-459021E71480}" dt="2025-12-09T08:06:16.353" v="63" actId="20578"/>
        <pc:sldMkLst>
          <pc:docMk/>
          <pc:sldMk cId="1285704872" sldId="259"/>
        </pc:sldMkLst>
        <pc:spChg chg="mod">
          <ac:chgData name="Bach Thi Hong Nga" userId="352dd9b2-011a-4537-8f3e-8dfc2d75815d" providerId="ADAL" clId="{14D25510-4D7E-45E8-A9D8-459021E71480}" dt="2025-12-09T08:06:16.353" v="63" actId="20578"/>
          <ac:spMkLst>
            <pc:docMk/>
            <pc:sldMk cId="1285704872" sldId="259"/>
            <ac:spMk id="9" creationId="{828E729B-B281-4866-B790-FF3CC81F9455}"/>
          </ac:spMkLst>
        </pc:spChg>
      </pc:sldChg>
      <pc:sldChg chg="addSp delSp modSp mod">
        <pc:chgData name="Bach Thi Hong Nga" userId="352dd9b2-011a-4537-8f3e-8dfc2d75815d" providerId="ADAL" clId="{14D25510-4D7E-45E8-A9D8-459021E71480}" dt="2025-12-09T09:19:09.913" v="503" actId="255"/>
        <pc:sldMkLst>
          <pc:docMk/>
          <pc:sldMk cId="3135118092" sldId="263"/>
        </pc:sldMkLst>
        <pc:spChg chg="mod">
          <ac:chgData name="Bach Thi Hong Nga" userId="352dd9b2-011a-4537-8f3e-8dfc2d75815d" providerId="ADAL" clId="{14D25510-4D7E-45E8-A9D8-459021E71480}" dt="2025-12-09T09:18:12.497" v="489" actId="2711"/>
          <ac:spMkLst>
            <pc:docMk/>
            <pc:sldMk cId="3135118092" sldId="263"/>
            <ac:spMk id="2" creationId="{BBEF1258-757D-4F02-A079-1CF434F038AF}"/>
          </ac:spMkLst>
        </pc:spChg>
        <pc:spChg chg="mod">
          <ac:chgData name="Bach Thi Hong Nga" userId="352dd9b2-011a-4537-8f3e-8dfc2d75815d" providerId="ADAL" clId="{14D25510-4D7E-45E8-A9D8-459021E71480}" dt="2025-12-09T09:18:27.078" v="494" actId="113"/>
          <ac:spMkLst>
            <pc:docMk/>
            <pc:sldMk cId="3135118092" sldId="263"/>
            <ac:spMk id="4" creationId="{CACAC62C-BBC1-4DA1-BACC-B0EDE2B0DA5E}"/>
          </ac:spMkLst>
        </pc:spChg>
        <pc:spChg chg="mod">
          <ac:chgData name="Bach Thi Hong Nga" userId="352dd9b2-011a-4537-8f3e-8dfc2d75815d" providerId="ADAL" clId="{14D25510-4D7E-45E8-A9D8-459021E71480}" dt="2025-12-09T09:18:27.078" v="494" actId="113"/>
          <ac:spMkLst>
            <pc:docMk/>
            <pc:sldMk cId="3135118092" sldId="263"/>
            <ac:spMk id="5" creationId="{147CBFD6-AC3C-48D2-947D-7CFCDFF417E5}"/>
          </ac:spMkLst>
        </pc:spChg>
        <pc:spChg chg="mod">
          <ac:chgData name="Bach Thi Hong Nga" userId="352dd9b2-011a-4537-8f3e-8dfc2d75815d" providerId="ADAL" clId="{14D25510-4D7E-45E8-A9D8-459021E71480}" dt="2025-12-09T09:19:09.913" v="503" actId="255"/>
          <ac:spMkLst>
            <pc:docMk/>
            <pc:sldMk cId="3135118092" sldId="263"/>
            <ac:spMk id="7" creationId="{FD0FA76D-4AB2-4BA1-ACF1-D1F7C389075E}"/>
          </ac:spMkLst>
        </pc:spChg>
        <pc:spChg chg="mod">
          <ac:chgData name="Bach Thi Hong Nga" userId="352dd9b2-011a-4537-8f3e-8dfc2d75815d" providerId="ADAL" clId="{14D25510-4D7E-45E8-A9D8-459021E71480}" dt="2025-12-09T09:18:53.406" v="500" actId="14100"/>
          <ac:spMkLst>
            <pc:docMk/>
            <pc:sldMk cId="3135118092" sldId="263"/>
            <ac:spMk id="9" creationId="{D8022ADB-2470-4071-B5F5-6A75050E983C}"/>
          </ac:spMkLst>
        </pc:spChg>
        <pc:spChg chg="mod">
          <ac:chgData name="Bach Thi Hong Nga" userId="352dd9b2-011a-4537-8f3e-8dfc2d75815d" providerId="ADAL" clId="{14D25510-4D7E-45E8-A9D8-459021E71480}" dt="2025-12-09T09:19:05.016" v="502" actId="255"/>
          <ac:spMkLst>
            <pc:docMk/>
            <pc:sldMk cId="3135118092" sldId="263"/>
            <ac:spMk id="11" creationId="{47E5523E-6346-421C-8332-475CB77FC5E8}"/>
          </ac:spMkLst>
        </pc:spChg>
        <pc:spChg chg="mod">
          <ac:chgData name="Bach Thi Hong Nga" userId="352dd9b2-011a-4537-8f3e-8dfc2d75815d" providerId="ADAL" clId="{14D25510-4D7E-45E8-A9D8-459021E71480}" dt="2025-12-09T09:18:12.497" v="489" actId="2711"/>
          <ac:spMkLst>
            <pc:docMk/>
            <pc:sldMk cId="3135118092" sldId="263"/>
            <ac:spMk id="19" creationId="{60AF0B09-2523-47B0-9F15-BE005E25D2C1}"/>
          </ac:spMkLst>
        </pc:spChg>
        <pc:spChg chg="mod">
          <ac:chgData name="Bach Thi Hong Nga" userId="352dd9b2-011a-4537-8f3e-8dfc2d75815d" providerId="ADAL" clId="{14D25510-4D7E-45E8-A9D8-459021E71480}" dt="2025-12-09T09:18:12.497" v="489" actId="2711"/>
          <ac:spMkLst>
            <pc:docMk/>
            <pc:sldMk cId="3135118092" sldId="263"/>
            <ac:spMk id="21" creationId="{DD53F2A1-22C4-4287-926C-57AAC8C9C7A3}"/>
          </ac:spMkLst>
        </pc:spChg>
        <pc:spChg chg="mod">
          <ac:chgData name="Bach Thi Hong Nga" userId="352dd9b2-011a-4537-8f3e-8dfc2d75815d" providerId="ADAL" clId="{14D25510-4D7E-45E8-A9D8-459021E71480}" dt="2025-12-09T09:18:12.497" v="489" actId="2711"/>
          <ac:spMkLst>
            <pc:docMk/>
            <pc:sldMk cId="3135118092" sldId="263"/>
            <ac:spMk id="22" creationId="{47AE25BE-6688-4017-BD8A-4F82869B1FBD}"/>
          </ac:spMkLst>
        </pc:spChg>
        <pc:spChg chg="mod">
          <ac:chgData name="Bach Thi Hong Nga" userId="352dd9b2-011a-4537-8f3e-8dfc2d75815d" providerId="ADAL" clId="{14D25510-4D7E-45E8-A9D8-459021E71480}" dt="2025-12-09T09:18:12.497" v="489" actId="2711"/>
          <ac:spMkLst>
            <pc:docMk/>
            <pc:sldMk cId="3135118092" sldId="263"/>
            <ac:spMk id="25" creationId="{32F1453B-7457-4887-8324-901DD8DB1381}"/>
          </ac:spMkLst>
        </pc:spChg>
        <pc:spChg chg="add del">
          <ac:chgData name="Bach Thi Hong Nga" userId="352dd9b2-011a-4537-8f3e-8dfc2d75815d" providerId="ADAL" clId="{14D25510-4D7E-45E8-A9D8-459021E71480}" dt="2025-12-09T09:16:00.638" v="449" actId="22"/>
          <ac:spMkLst>
            <pc:docMk/>
            <pc:sldMk cId="3135118092" sldId="263"/>
            <ac:spMk id="26" creationId="{3AC8855E-5B51-4FEF-8052-EDF95DA5E25D}"/>
          </ac:spMkLst>
        </pc:spChg>
        <pc:spChg chg="mod">
          <ac:chgData name="Bach Thi Hong Nga" userId="352dd9b2-011a-4537-8f3e-8dfc2d75815d" providerId="ADAL" clId="{14D25510-4D7E-45E8-A9D8-459021E71480}" dt="2025-12-09T09:18:12.497" v="489" actId="2711"/>
          <ac:spMkLst>
            <pc:docMk/>
            <pc:sldMk cId="3135118092" sldId="263"/>
            <ac:spMk id="27" creationId="{352CD2CD-9C5B-40E4-93CC-7B3EC47CB30B}"/>
          </ac:spMkLst>
        </pc:spChg>
        <pc:spChg chg="mod">
          <ac:chgData name="Bach Thi Hong Nga" userId="352dd9b2-011a-4537-8f3e-8dfc2d75815d" providerId="ADAL" clId="{14D25510-4D7E-45E8-A9D8-459021E71480}" dt="2025-12-09T09:18:12.497" v="489" actId="2711"/>
          <ac:spMkLst>
            <pc:docMk/>
            <pc:sldMk cId="3135118092" sldId="263"/>
            <ac:spMk id="30" creationId="{F1235831-028D-46A0-B4C2-E9D46634528B}"/>
          </ac:spMkLst>
        </pc:spChg>
        <pc:spChg chg="mod">
          <ac:chgData name="Bach Thi Hong Nga" userId="352dd9b2-011a-4537-8f3e-8dfc2d75815d" providerId="ADAL" clId="{14D25510-4D7E-45E8-A9D8-459021E71480}" dt="2025-12-09T09:18:12.497" v="489" actId="2711"/>
          <ac:spMkLst>
            <pc:docMk/>
            <pc:sldMk cId="3135118092" sldId="263"/>
            <ac:spMk id="31" creationId="{4275B247-6F6A-46BD-9727-B0F960950B5D}"/>
          </ac:spMkLst>
        </pc:spChg>
        <pc:spChg chg="mod">
          <ac:chgData name="Bach Thi Hong Nga" userId="352dd9b2-011a-4537-8f3e-8dfc2d75815d" providerId="ADAL" clId="{14D25510-4D7E-45E8-A9D8-459021E71480}" dt="2025-12-09T09:18:12.497" v="489" actId="2711"/>
          <ac:spMkLst>
            <pc:docMk/>
            <pc:sldMk cId="3135118092" sldId="263"/>
            <ac:spMk id="32" creationId="{6C38F5F1-5B59-49B0-BB61-1D666FA0A771}"/>
          </ac:spMkLst>
        </pc:spChg>
        <pc:spChg chg="mod">
          <ac:chgData name="Bach Thi Hong Nga" userId="352dd9b2-011a-4537-8f3e-8dfc2d75815d" providerId="ADAL" clId="{14D25510-4D7E-45E8-A9D8-459021E71480}" dt="2025-12-09T09:18:12.497" v="489" actId="2711"/>
          <ac:spMkLst>
            <pc:docMk/>
            <pc:sldMk cId="3135118092" sldId="263"/>
            <ac:spMk id="33" creationId="{5803B76A-3264-4FF0-80E9-60F67241A4D3}"/>
          </ac:spMkLst>
        </pc:spChg>
        <pc:spChg chg="mod">
          <ac:chgData name="Bach Thi Hong Nga" userId="352dd9b2-011a-4537-8f3e-8dfc2d75815d" providerId="ADAL" clId="{14D25510-4D7E-45E8-A9D8-459021E71480}" dt="2025-12-09T09:18:12.497" v="489" actId="2711"/>
          <ac:spMkLst>
            <pc:docMk/>
            <pc:sldMk cId="3135118092" sldId="263"/>
            <ac:spMk id="34" creationId="{2971F25B-DDCB-4E81-96CF-011A25DE8469}"/>
          </ac:spMkLst>
        </pc:spChg>
        <pc:spChg chg="mod">
          <ac:chgData name="Bach Thi Hong Nga" userId="352dd9b2-011a-4537-8f3e-8dfc2d75815d" providerId="ADAL" clId="{14D25510-4D7E-45E8-A9D8-459021E71480}" dt="2025-12-09T09:18:12.497" v="489" actId="2711"/>
          <ac:spMkLst>
            <pc:docMk/>
            <pc:sldMk cId="3135118092" sldId="263"/>
            <ac:spMk id="35" creationId="{C363FD84-4E69-4C27-82A1-7386886C6809}"/>
          </ac:spMkLst>
        </pc:spChg>
      </pc:sldChg>
      <pc:sldChg chg="modSp mod">
        <pc:chgData name="Bach Thi Hong Nga" userId="352dd9b2-011a-4537-8f3e-8dfc2d75815d" providerId="ADAL" clId="{14D25510-4D7E-45E8-A9D8-459021E71480}" dt="2025-12-09T09:20:04.066" v="528" actId="1035"/>
        <pc:sldMkLst>
          <pc:docMk/>
          <pc:sldMk cId="2858456858" sldId="271"/>
        </pc:sldMkLst>
        <pc:spChg chg="mod">
          <ac:chgData name="Bach Thi Hong Nga" userId="352dd9b2-011a-4537-8f3e-8dfc2d75815d" providerId="ADAL" clId="{14D25510-4D7E-45E8-A9D8-459021E71480}" dt="2025-12-09T08:27:20.357" v="132"/>
          <ac:spMkLst>
            <pc:docMk/>
            <pc:sldMk cId="2858456858" sldId="271"/>
            <ac:spMk id="5" creationId="{7395D874-5EBF-4B15-8AC9-F964260C62E7}"/>
          </ac:spMkLst>
        </pc:spChg>
        <pc:spChg chg="mod">
          <ac:chgData name="Bach Thi Hong Nga" userId="352dd9b2-011a-4537-8f3e-8dfc2d75815d" providerId="ADAL" clId="{14D25510-4D7E-45E8-A9D8-459021E71480}" dt="2025-12-09T09:19:43.576" v="518" actId="1035"/>
          <ac:spMkLst>
            <pc:docMk/>
            <pc:sldMk cId="2858456858" sldId="271"/>
            <ac:spMk id="6" creationId="{4D07DE75-A9E5-4A16-9744-819357C840DB}"/>
          </ac:spMkLst>
        </pc:spChg>
        <pc:spChg chg="mod">
          <ac:chgData name="Bach Thi Hong Nga" userId="352dd9b2-011a-4537-8f3e-8dfc2d75815d" providerId="ADAL" clId="{14D25510-4D7E-45E8-A9D8-459021E71480}" dt="2025-12-09T08:42:22.851" v="157" actId="20578"/>
          <ac:spMkLst>
            <pc:docMk/>
            <pc:sldMk cId="2858456858" sldId="271"/>
            <ac:spMk id="7" creationId="{09ECCBD9-5314-4B32-A087-3CC61077BF94}"/>
          </ac:spMkLst>
        </pc:spChg>
        <pc:spChg chg="mod">
          <ac:chgData name="Bach Thi Hong Nga" userId="352dd9b2-011a-4537-8f3e-8dfc2d75815d" providerId="ADAL" clId="{14D25510-4D7E-45E8-A9D8-459021E71480}" dt="2025-12-09T09:19:47.168" v="522" actId="1035"/>
          <ac:spMkLst>
            <pc:docMk/>
            <pc:sldMk cId="2858456858" sldId="271"/>
            <ac:spMk id="8" creationId="{08ECE1AD-DFE5-4867-A563-03E72EA09047}"/>
          </ac:spMkLst>
        </pc:spChg>
        <pc:spChg chg="mod">
          <ac:chgData name="Bach Thi Hong Nga" userId="352dd9b2-011a-4537-8f3e-8dfc2d75815d" providerId="ADAL" clId="{14D25510-4D7E-45E8-A9D8-459021E71480}" dt="2025-12-09T09:20:04.066" v="528" actId="1035"/>
          <ac:spMkLst>
            <pc:docMk/>
            <pc:sldMk cId="2858456858" sldId="271"/>
            <ac:spMk id="9" creationId="{828E729B-B281-4866-B790-FF3CC81F9455}"/>
          </ac:spMkLst>
        </pc:spChg>
        <pc:spChg chg="mod">
          <ac:chgData name="Bach Thi Hong Nga" userId="352dd9b2-011a-4537-8f3e-8dfc2d75815d" providerId="ADAL" clId="{14D25510-4D7E-45E8-A9D8-459021E71480}" dt="2025-12-09T09:19:51.107" v="523" actId="1076"/>
          <ac:spMkLst>
            <pc:docMk/>
            <pc:sldMk cId="2858456858" sldId="271"/>
            <ac:spMk id="10" creationId="{23675FE4-6229-4A26-8397-8DC5AB036776}"/>
          </ac:spMkLst>
        </pc:spChg>
        <pc:spChg chg="mod">
          <ac:chgData name="Bach Thi Hong Nga" userId="352dd9b2-011a-4537-8f3e-8dfc2d75815d" providerId="ADAL" clId="{14D25510-4D7E-45E8-A9D8-459021E71480}" dt="2025-12-09T08:56:32.580" v="164"/>
          <ac:spMkLst>
            <pc:docMk/>
            <pc:sldMk cId="2858456858" sldId="271"/>
            <ac:spMk id="11" creationId="{BF0A8448-B32D-482B-A42F-BED4E203D9D5}"/>
          </ac:spMkLst>
        </pc:spChg>
      </pc:sldChg>
      <pc:sldChg chg="addSp delSp modSp mod">
        <pc:chgData name="Bach Thi Hong Nga" userId="352dd9b2-011a-4537-8f3e-8dfc2d75815d" providerId="ADAL" clId="{14D25510-4D7E-45E8-A9D8-459021E71480}" dt="2025-12-09T09:20:23.133" v="530" actId="1076"/>
        <pc:sldMkLst>
          <pc:docMk/>
          <pc:sldMk cId="1571382107" sldId="274"/>
        </pc:sldMkLst>
        <pc:spChg chg="mod">
          <ac:chgData name="Bach Thi Hong Nga" userId="352dd9b2-011a-4537-8f3e-8dfc2d75815d" providerId="ADAL" clId="{14D25510-4D7E-45E8-A9D8-459021E71480}" dt="2025-12-09T08:21:55.301" v="129" actId="2711"/>
          <ac:spMkLst>
            <pc:docMk/>
            <pc:sldMk cId="1571382107" sldId="274"/>
            <ac:spMk id="2" creationId="{528AF8CC-8C23-4E1F-9385-9F46F0713E65}"/>
          </ac:spMkLst>
        </pc:spChg>
        <pc:spChg chg="add del">
          <ac:chgData name="Bach Thi Hong Nga" userId="352dd9b2-011a-4537-8f3e-8dfc2d75815d" providerId="ADAL" clId="{14D25510-4D7E-45E8-A9D8-459021E71480}" dt="2025-12-09T07:46:35.398" v="32"/>
          <ac:spMkLst>
            <pc:docMk/>
            <pc:sldMk cId="1571382107" sldId="274"/>
            <ac:spMk id="3" creationId="{CC440B8A-0D87-488F-8151-75028B5C848D}"/>
          </ac:spMkLst>
        </pc:spChg>
        <pc:spChg chg="mod">
          <ac:chgData name="Bach Thi Hong Nga" userId="352dd9b2-011a-4537-8f3e-8dfc2d75815d" providerId="ADAL" clId="{14D25510-4D7E-45E8-A9D8-459021E71480}" dt="2025-12-09T09:20:23.133" v="530" actId="1076"/>
          <ac:spMkLst>
            <pc:docMk/>
            <pc:sldMk cId="1571382107" sldId="274"/>
            <ac:spMk id="4" creationId="{CC9EF27F-4288-41E5-9B56-2593EFE436C4}"/>
          </ac:spMkLst>
        </pc:spChg>
        <pc:spChg chg="mod">
          <ac:chgData name="Bach Thi Hong Nga" userId="352dd9b2-011a-4537-8f3e-8dfc2d75815d" providerId="ADAL" clId="{14D25510-4D7E-45E8-A9D8-459021E71480}" dt="2025-12-09T08:21:55.301" v="129" actId="2711"/>
          <ac:spMkLst>
            <pc:docMk/>
            <pc:sldMk cId="1571382107" sldId="274"/>
            <ac:spMk id="5" creationId="{7395D874-5EBF-4B15-8AC9-F964260C62E7}"/>
          </ac:spMkLst>
        </pc:spChg>
        <pc:spChg chg="mod">
          <ac:chgData name="Bach Thi Hong Nga" userId="352dd9b2-011a-4537-8f3e-8dfc2d75815d" providerId="ADAL" clId="{14D25510-4D7E-45E8-A9D8-459021E71480}" dt="2025-12-09T08:21:55.301" v="129" actId="2711"/>
          <ac:spMkLst>
            <pc:docMk/>
            <pc:sldMk cId="1571382107" sldId="274"/>
            <ac:spMk id="6" creationId="{4D07DE75-A9E5-4A16-9744-819357C840DB}"/>
          </ac:spMkLst>
        </pc:spChg>
        <pc:spChg chg="mod">
          <ac:chgData name="Bach Thi Hong Nga" userId="352dd9b2-011a-4537-8f3e-8dfc2d75815d" providerId="ADAL" clId="{14D25510-4D7E-45E8-A9D8-459021E71480}" dt="2025-12-09T08:21:55.301" v="129" actId="2711"/>
          <ac:spMkLst>
            <pc:docMk/>
            <pc:sldMk cId="1571382107" sldId="274"/>
            <ac:spMk id="7" creationId="{09ECCBD9-5314-4B32-A087-3CC61077BF94}"/>
          </ac:spMkLst>
        </pc:spChg>
        <pc:spChg chg="mod">
          <ac:chgData name="Bach Thi Hong Nga" userId="352dd9b2-011a-4537-8f3e-8dfc2d75815d" providerId="ADAL" clId="{14D25510-4D7E-45E8-A9D8-459021E71480}" dt="2025-12-09T08:21:55.301" v="129" actId="2711"/>
          <ac:spMkLst>
            <pc:docMk/>
            <pc:sldMk cId="1571382107" sldId="274"/>
            <ac:spMk id="8" creationId="{08ECE1AD-DFE5-4867-A563-03E72EA09047}"/>
          </ac:spMkLst>
        </pc:spChg>
        <pc:spChg chg="mod">
          <ac:chgData name="Bach Thi Hong Nga" userId="352dd9b2-011a-4537-8f3e-8dfc2d75815d" providerId="ADAL" clId="{14D25510-4D7E-45E8-A9D8-459021E71480}" dt="2025-12-09T08:21:55.301" v="129" actId="2711"/>
          <ac:spMkLst>
            <pc:docMk/>
            <pc:sldMk cId="1571382107" sldId="274"/>
            <ac:spMk id="9" creationId="{828E729B-B281-4866-B790-FF3CC81F9455}"/>
          </ac:spMkLst>
        </pc:spChg>
        <pc:spChg chg="mod">
          <ac:chgData name="Bach Thi Hong Nga" userId="352dd9b2-011a-4537-8f3e-8dfc2d75815d" providerId="ADAL" clId="{14D25510-4D7E-45E8-A9D8-459021E71480}" dt="2025-12-09T08:21:55.301" v="129" actId="2711"/>
          <ac:spMkLst>
            <pc:docMk/>
            <pc:sldMk cId="1571382107" sldId="274"/>
            <ac:spMk id="10" creationId="{23675FE4-6229-4A26-8397-8DC5AB036776}"/>
          </ac:spMkLst>
        </pc:spChg>
        <pc:spChg chg="mod">
          <ac:chgData name="Bach Thi Hong Nga" userId="352dd9b2-011a-4537-8f3e-8dfc2d75815d" providerId="ADAL" clId="{14D25510-4D7E-45E8-A9D8-459021E71480}" dt="2025-12-09T08:21:55.301" v="129" actId="2711"/>
          <ac:spMkLst>
            <pc:docMk/>
            <pc:sldMk cId="1571382107" sldId="274"/>
            <ac:spMk id="11" creationId="{BF0A8448-B32D-482B-A42F-BED4E203D9D5}"/>
          </ac:spMkLst>
        </pc:spChg>
        <pc:picChg chg="mod">
          <ac:chgData name="Bach Thi Hong Nga" userId="352dd9b2-011a-4537-8f3e-8dfc2d75815d" providerId="ADAL" clId="{14D25510-4D7E-45E8-A9D8-459021E71480}" dt="2025-12-09T08:15:52.668" v="90" actId="1036"/>
          <ac:picMkLst>
            <pc:docMk/>
            <pc:sldMk cId="1571382107" sldId="274"/>
            <ac:picMk id="13" creationId="{1D25B7A8-D96D-41A7-83B4-1DA631D5BEC8}"/>
          </ac:picMkLst>
        </pc:picChg>
      </pc:sldChg>
      <pc:sldChg chg="modSp mod">
        <pc:chgData name="Bach Thi Hong Nga" userId="352dd9b2-011a-4537-8f3e-8dfc2d75815d" providerId="ADAL" clId="{14D25510-4D7E-45E8-A9D8-459021E71480}" dt="2025-12-09T09:17:17.974" v="474"/>
        <pc:sldMkLst>
          <pc:docMk/>
          <pc:sldMk cId="4115977430" sldId="277"/>
        </pc:sldMkLst>
        <pc:spChg chg="mod">
          <ac:chgData name="Bach Thi Hong Nga" userId="352dd9b2-011a-4537-8f3e-8dfc2d75815d" providerId="ADAL" clId="{14D25510-4D7E-45E8-A9D8-459021E71480}" dt="2025-12-09T09:07:09.674" v="374" actId="20577"/>
          <ac:spMkLst>
            <pc:docMk/>
            <pc:sldMk cId="4115977430" sldId="277"/>
            <ac:spMk id="5" creationId="{147CBFD6-AC3C-48D2-947D-7CFCDFF417E5}"/>
          </ac:spMkLst>
        </pc:spChg>
        <pc:spChg chg="mod">
          <ac:chgData name="Bach Thi Hong Nga" userId="352dd9b2-011a-4537-8f3e-8dfc2d75815d" providerId="ADAL" clId="{14D25510-4D7E-45E8-A9D8-459021E71480}" dt="2025-12-09T09:17:17.974" v="474"/>
          <ac:spMkLst>
            <pc:docMk/>
            <pc:sldMk cId="4115977430" sldId="277"/>
            <ac:spMk id="9" creationId="{D8022ADB-2470-4071-B5F5-6A75050E983C}"/>
          </ac:spMkLst>
        </pc:spChg>
      </pc:sldChg>
    </pc:docChg>
  </pc:docChgLst>
  <pc:docChgLst>
    <pc:chgData name="Hoang Dieu Linh" userId="S::24320.linh@vpic1.com.vn::159e744a-ad98-486e-89ef-4baa5e516b92" providerId="AD" clId="Web-{8A58AC97-0E18-46A2-8CCD-48D4A02B56F9}"/>
    <pc:docChg chg="modSld">
      <pc:chgData name="Hoang Dieu Linh" userId="S::24320.linh@vpic1.com.vn::159e744a-ad98-486e-89ef-4baa5e516b92" providerId="AD" clId="Web-{8A58AC97-0E18-46A2-8CCD-48D4A02B56F9}" dt="2025-12-08T09:27:58.041" v="96" actId="20577"/>
      <pc:docMkLst>
        <pc:docMk/>
      </pc:docMkLst>
      <pc:sldChg chg="modSp">
        <pc:chgData name="Hoang Dieu Linh" userId="S::24320.linh@vpic1.com.vn::159e744a-ad98-486e-89ef-4baa5e516b92" providerId="AD" clId="Web-{8A58AC97-0E18-46A2-8CCD-48D4A02B56F9}" dt="2025-12-08T09:27:58.041" v="96" actId="20577"/>
        <pc:sldMkLst>
          <pc:docMk/>
          <pc:sldMk cId="1285704872" sldId="259"/>
        </pc:sldMkLst>
        <pc:spChg chg="mod">
          <ac:chgData name="Hoang Dieu Linh" userId="S::24320.linh@vpic1.com.vn::159e744a-ad98-486e-89ef-4baa5e516b92" providerId="AD" clId="Web-{8A58AC97-0E18-46A2-8CCD-48D4A02B56F9}" dt="2025-12-08T09:22:44.306" v="26" actId="20577"/>
          <ac:spMkLst>
            <pc:docMk/>
            <pc:sldMk cId="1285704872" sldId="259"/>
            <ac:spMk id="5" creationId="{7395D874-5EBF-4B15-8AC9-F964260C62E7}"/>
          </ac:spMkLst>
        </pc:spChg>
        <pc:spChg chg="mod">
          <ac:chgData name="Hoang Dieu Linh" userId="S::24320.linh@vpic1.com.vn::159e744a-ad98-486e-89ef-4baa5e516b92" providerId="AD" clId="Web-{8A58AC97-0E18-46A2-8CCD-48D4A02B56F9}" dt="2025-12-08T09:27:58.041" v="96" actId="20577"/>
          <ac:spMkLst>
            <pc:docMk/>
            <pc:sldMk cId="1285704872" sldId="259"/>
            <ac:spMk id="7" creationId="{09ECCBD9-5314-4B32-A087-3CC61077BF94}"/>
          </ac:spMkLst>
        </pc:spChg>
        <pc:spChg chg="mod">
          <ac:chgData name="Hoang Dieu Linh" userId="S::24320.linh@vpic1.com.vn::159e744a-ad98-486e-89ef-4baa5e516b92" providerId="AD" clId="Web-{8A58AC97-0E18-46A2-8CCD-48D4A02B56F9}" dt="2025-12-08T09:24:46.791" v="91" actId="20577"/>
          <ac:spMkLst>
            <pc:docMk/>
            <pc:sldMk cId="1285704872" sldId="259"/>
            <ac:spMk id="9" creationId="{828E729B-B281-4866-B790-FF3CC81F9455}"/>
          </ac:spMkLst>
        </pc:spChg>
      </pc:sldChg>
      <pc:sldChg chg="modSp">
        <pc:chgData name="Hoang Dieu Linh" userId="S::24320.linh@vpic1.com.vn::159e744a-ad98-486e-89ef-4baa5e516b92" providerId="AD" clId="Web-{8A58AC97-0E18-46A2-8CCD-48D4A02B56F9}" dt="2025-12-08T09:24:16.775" v="78" actId="14100"/>
        <pc:sldMkLst>
          <pc:docMk/>
          <pc:sldMk cId="1289348673" sldId="269"/>
        </pc:sldMkLst>
        <pc:spChg chg="mod">
          <ac:chgData name="Hoang Dieu Linh" userId="S::24320.linh@vpic1.com.vn::159e744a-ad98-486e-89ef-4baa5e516b92" providerId="AD" clId="Web-{8A58AC97-0E18-46A2-8CCD-48D4A02B56F9}" dt="2025-12-08T09:24:16.775" v="78" actId="14100"/>
          <ac:spMkLst>
            <pc:docMk/>
            <pc:sldMk cId="1289348673" sldId="269"/>
            <ac:spMk id="26" creationId="{743EC60F-D2D6-4D44-8E57-EEA7F6BE05AB}"/>
          </ac:spMkLst>
        </pc:spChg>
      </pc:sldChg>
      <pc:sldChg chg="modSp">
        <pc:chgData name="Hoang Dieu Linh" userId="S::24320.linh@vpic1.com.vn::159e744a-ad98-486e-89ef-4baa5e516b92" providerId="AD" clId="Web-{8A58AC97-0E18-46A2-8CCD-48D4A02B56F9}" dt="2025-12-08T09:27:28.995" v="92"/>
        <pc:sldMkLst>
          <pc:docMk/>
          <pc:sldMk cId="1571382107" sldId="274"/>
        </pc:sldMkLst>
        <pc:picChg chg="mod">
          <ac:chgData name="Hoang Dieu Linh" userId="S::24320.linh@vpic1.com.vn::159e744a-ad98-486e-89ef-4baa5e516b92" providerId="AD" clId="Web-{8A58AC97-0E18-46A2-8CCD-48D4A02B56F9}" dt="2025-12-08T09:27:28.995" v="92"/>
          <ac:picMkLst>
            <pc:docMk/>
            <pc:sldMk cId="1571382107" sldId="274"/>
            <ac:picMk id="13" creationId="{1D25B7A8-D96D-41A7-83B4-1DA631D5BEC8}"/>
          </ac:picMkLst>
        </pc:picChg>
      </pc:sldChg>
      <pc:sldChg chg="modSp">
        <pc:chgData name="Hoang Dieu Linh" userId="S::24320.linh@vpic1.com.vn::159e744a-ad98-486e-89ef-4baa5e516b92" providerId="AD" clId="Web-{8A58AC97-0E18-46A2-8CCD-48D4A02B56F9}" dt="2025-12-08T09:23:50.650" v="55" actId="20577"/>
        <pc:sldMkLst>
          <pc:docMk/>
          <pc:sldMk cId="4115977430" sldId="277"/>
        </pc:sldMkLst>
        <pc:spChg chg="mod">
          <ac:chgData name="Hoang Dieu Linh" userId="S::24320.linh@vpic1.com.vn::159e744a-ad98-486e-89ef-4baa5e516b92" providerId="AD" clId="Web-{8A58AC97-0E18-46A2-8CCD-48D4A02B56F9}" dt="2025-12-08T09:23:50.650" v="55" actId="20577"/>
          <ac:spMkLst>
            <pc:docMk/>
            <pc:sldMk cId="4115977430" sldId="277"/>
            <ac:spMk id="4" creationId="{CACAC62C-BBC1-4DA1-BACC-B0EDE2B0DA5E}"/>
          </ac:spMkLst>
        </pc:spChg>
      </pc:sldChg>
      <pc:sldChg chg="modSp">
        <pc:chgData name="Hoang Dieu Linh" userId="S::24320.linh@vpic1.com.vn::159e744a-ad98-486e-89ef-4baa5e516b92" providerId="AD" clId="Web-{8A58AC97-0E18-46A2-8CCD-48D4A02B56F9}" dt="2025-12-08T09:23:31.791" v="48" actId="20577"/>
        <pc:sldMkLst>
          <pc:docMk/>
          <pc:sldMk cId="519266022" sldId="278"/>
        </pc:sldMkLst>
        <pc:spChg chg="mod">
          <ac:chgData name="Hoang Dieu Linh" userId="S::24320.linh@vpic1.com.vn::159e744a-ad98-486e-89ef-4baa5e516b92" providerId="AD" clId="Web-{8A58AC97-0E18-46A2-8CCD-48D4A02B56F9}" dt="2025-12-08T09:23:31.791" v="48" actId="20577"/>
          <ac:spMkLst>
            <pc:docMk/>
            <pc:sldMk cId="519266022" sldId="278"/>
            <ac:spMk id="9" creationId="{828E729B-B281-4866-B790-FF3CC81F9455}"/>
          </ac:spMkLst>
        </pc:spChg>
      </pc:sldChg>
    </pc:docChg>
  </pc:docChgLst>
  <pc:docChgLst>
    <pc:chgData name="Dang Thanh Hue" userId="b89c7fda-4b3c-426f-a8ba-e893ad9cdf35" providerId="ADAL" clId="{DD676312-3BC2-40E9-8F33-B576C71AB363}"/>
    <pc:docChg chg="undo custSel modSld">
      <pc:chgData name="Dang Thanh Hue" userId="b89c7fda-4b3c-426f-a8ba-e893ad9cdf35" providerId="ADAL" clId="{DD676312-3BC2-40E9-8F33-B576C71AB363}" dt="2025-12-09T06:58:47.784" v="99" actId="20577"/>
      <pc:docMkLst>
        <pc:docMk/>
      </pc:docMkLst>
      <pc:sldChg chg="modSp mod">
        <pc:chgData name="Dang Thanh Hue" userId="b89c7fda-4b3c-426f-a8ba-e893ad9cdf35" providerId="ADAL" clId="{DD676312-3BC2-40E9-8F33-B576C71AB363}" dt="2025-12-08T09:53:38.610" v="48" actId="20577"/>
        <pc:sldMkLst>
          <pc:docMk/>
          <pc:sldMk cId="1285704872" sldId="259"/>
        </pc:sldMkLst>
        <pc:spChg chg="mod">
          <ac:chgData name="Dang Thanh Hue" userId="b89c7fda-4b3c-426f-a8ba-e893ad9cdf35" providerId="ADAL" clId="{DD676312-3BC2-40E9-8F33-B576C71AB363}" dt="2025-12-08T09:53:38.610" v="48" actId="20577"/>
          <ac:spMkLst>
            <pc:docMk/>
            <pc:sldMk cId="1285704872" sldId="259"/>
            <ac:spMk id="9" creationId="{828E729B-B281-4866-B790-FF3CC81F9455}"/>
          </ac:spMkLst>
        </pc:spChg>
      </pc:sldChg>
      <pc:sldChg chg="modSp mod">
        <pc:chgData name="Dang Thanh Hue" userId="b89c7fda-4b3c-426f-a8ba-e893ad9cdf35" providerId="ADAL" clId="{DD676312-3BC2-40E9-8F33-B576C71AB363}" dt="2025-12-08T09:51:34.879" v="24"/>
        <pc:sldMkLst>
          <pc:docMk/>
          <pc:sldMk cId="3135118092" sldId="263"/>
        </pc:sldMkLst>
        <pc:spChg chg="mod">
          <ac:chgData name="Dang Thanh Hue" userId="b89c7fda-4b3c-426f-a8ba-e893ad9cdf35" providerId="ADAL" clId="{DD676312-3BC2-40E9-8F33-B576C71AB363}" dt="2025-12-08T09:51:34.879" v="24"/>
          <ac:spMkLst>
            <pc:docMk/>
            <pc:sldMk cId="3135118092" sldId="263"/>
            <ac:spMk id="4" creationId="{CACAC62C-BBC1-4DA1-BACC-B0EDE2B0DA5E}"/>
          </ac:spMkLst>
        </pc:spChg>
      </pc:sldChg>
      <pc:sldChg chg="modSp mod">
        <pc:chgData name="Dang Thanh Hue" userId="b89c7fda-4b3c-426f-a8ba-e893ad9cdf35" providerId="ADAL" clId="{DD676312-3BC2-40E9-8F33-B576C71AB363}" dt="2025-12-08T09:50:14.362" v="3" actId="20577"/>
        <pc:sldMkLst>
          <pc:docMk/>
          <pc:sldMk cId="2858456858" sldId="271"/>
        </pc:sldMkLst>
        <pc:spChg chg="mod">
          <ac:chgData name="Dang Thanh Hue" userId="b89c7fda-4b3c-426f-a8ba-e893ad9cdf35" providerId="ADAL" clId="{DD676312-3BC2-40E9-8F33-B576C71AB363}" dt="2025-12-08T09:50:14.362" v="3" actId="20577"/>
          <ac:spMkLst>
            <pc:docMk/>
            <pc:sldMk cId="2858456858" sldId="271"/>
            <ac:spMk id="9" creationId="{828E729B-B281-4866-B790-FF3CC81F9455}"/>
          </ac:spMkLst>
        </pc:spChg>
      </pc:sldChg>
      <pc:sldChg chg="modSp mod">
        <pc:chgData name="Dang Thanh Hue" userId="b89c7fda-4b3c-426f-a8ba-e893ad9cdf35" providerId="ADAL" clId="{DD676312-3BC2-40E9-8F33-B576C71AB363}" dt="2025-12-09T06:58:47.784" v="99" actId="20577"/>
        <pc:sldMkLst>
          <pc:docMk/>
          <pc:sldMk cId="1571382107" sldId="274"/>
        </pc:sldMkLst>
        <pc:spChg chg="mod">
          <ac:chgData name="Dang Thanh Hue" userId="b89c7fda-4b3c-426f-a8ba-e893ad9cdf35" providerId="ADAL" clId="{DD676312-3BC2-40E9-8F33-B576C71AB363}" dt="2025-12-09T06:58:47.784" v="99" actId="20577"/>
          <ac:spMkLst>
            <pc:docMk/>
            <pc:sldMk cId="1571382107" sldId="274"/>
            <ac:spMk id="5" creationId="{7395D874-5EBF-4B15-8AC9-F964260C62E7}"/>
          </ac:spMkLst>
        </pc:spChg>
        <pc:spChg chg="mod">
          <ac:chgData name="Dang Thanh Hue" userId="b89c7fda-4b3c-426f-a8ba-e893ad9cdf35" providerId="ADAL" clId="{DD676312-3BC2-40E9-8F33-B576C71AB363}" dt="2025-12-08T09:56:50.291" v="66"/>
          <ac:spMkLst>
            <pc:docMk/>
            <pc:sldMk cId="1571382107" sldId="274"/>
            <ac:spMk id="9" creationId="{828E729B-B281-4866-B790-FF3CC81F9455}"/>
          </ac:spMkLst>
        </pc:spChg>
      </pc:sldChg>
      <pc:sldChg chg="modSp mod">
        <pc:chgData name="Dang Thanh Hue" userId="b89c7fda-4b3c-426f-a8ba-e893ad9cdf35" providerId="ADAL" clId="{DD676312-3BC2-40E9-8F33-B576C71AB363}" dt="2025-12-08T10:02:11.663" v="78" actId="14100"/>
        <pc:sldMkLst>
          <pc:docMk/>
          <pc:sldMk cId="2276091169" sldId="276"/>
        </pc:sldMkLst>
        <pc:spChg chg="mod">
          <ac:chgData name="Dang Thanh Hue" userId="b89c7fda-4b3c-426f-a8ba-e893ad9cdf35" providerId="ADAL" clId="{DD676312-3BC2-40E9-8F33-B576C71AB363}" dt="2025-12-08T10:02:11.663" v="78" actId="14100"/>
          <ac:spMkLst>
            <pc:docMk/>
            <pc:sldMk cId="2276091169" sldId="276"/>
            <ac:spMk id="26" creationId="{743EC60F-D2D6-4D44-8E57-EEA7F6BE05A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F7D6-361A-4C41-BACA-B311018510E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B6DF73-8B8B-4FEF-8C22-6A128B706EA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1A162D-D232-4A58-A6A6-69C789219C4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5" name="Footer Placeholder 4">
            <a:extLst>
              <a:ext uri="{FF2B5EF4-FFF2-40B4-BE49-F238E27FC236}">
                <a16:creationId xmlns:a16="http://schemas.microsoft.com/office/drawing/2014/main" id="{CBF15442-96DF-4B4D-8FEB-12D0E964139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2748CB-39A0-4A95-BBEE-FD5DD12DF17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663914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5B07-E859-4A6F-B6CB-13E039F764C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5DBAD64-A275-4C7C-86E4-481178C2422B}"/>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A45AF2-55A0-4651-BB76-3FECFE79524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5" name="Footer Placeholder 4">
            <a:extLst>
              <a:ext uri="{FF2B5EF4-FFF2-40B4-BE49-F238E27FC236}">
                <a16:creationId xmlns:a16="http://schemas.microsoft.com/office/drawing/2014/main" id="{30046DBA-69A4-416C-948E-09DD7C8B8C5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C4FCB6F-6B34-42DC-8EF4-3B95091119D4}"/>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71320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8B4B-C948-457D-A325-95BA48437B6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E1FC2E-420C-469B-8052-4A9EAAC46D3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F1A3DEB-ECE7-49F7-8AEE-60194F3C213E}"/>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5" name="Footer Placeholder 4">
            <a:extLst>
              <a:ext uri="{FF2B5EF4-FFF2-40B4-BE49-F238E27FC236}">
                <a16:creationId xmlns:a16="http://schemas.microsoft.com/office/drawing/2014/main" id="{A9E578AB-7927-4358-BBAB-E8A6865E26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984CAC2-D0C6-44EF-B273-0E7E5F63FDB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45231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DB18-C354-4151-8A5B-067A93CDF11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B690700-60A6-4A47-8106-5BE8082269C5}"/>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C5FB8C-BFA6-417D-814C-79F9492CCD89}"/>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BC3E3C-EEDD-4332-B13A-026BCA13EBEF}"/>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6" name="Footer Placeholder 5">
            <a:extLst>
              <a:ext uri="{FF2B5EF4-FFF2-40B4-BE49-F238E27FC236}">
                <a16:creationId xmlns:a16="http://schemas.microsoft.com/office/drawing/2014/main" id="{3DB0AB3C-0E07-4D53-8E68-2D003722A55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76A4FC3-150F-4F2D-912C-E93D8575B7A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008455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EA8C-9E44-40EA-9603-6DD228B01ED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B68DA23-578A-4DC0-9ED4-AEFA66D45C8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892C4C2-DA5C-4B82-BF0D-BF83104506F7}"/>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791BC2-53CC-4B57-B13B-4CAC5EB5964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B6B85BC-200D-479F-BEBF-0B3861EDBC0A}"/>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ACEC32-8BA9-4BB4-939D-89C9479D7A1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8" name="Footer Placeholder 7">
            <a:extLst>
              <a:ext uri="{FF2B5EF4-FFF2-40B4-BE49-F238E27FC236}">
                <a16:creationId xmlns:a16="http://schemas.microsoft.com/office/drawing/2014/main" id="{B920026F-3C7D-4913-A3FB-55C9BE7CFC9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9D28FB-A8A8-4514-937A-1A5E27063564}"/>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260959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67BD-0516-490C-B8AD-BE701FFA51A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8A5FD5D-4389-450B-8284-C4A6A0BE4FBF}"/>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4" name="Footer Placeholder 3">
            <a:extLst>
              <a:ext uri="{FF2B5EF4-FFF2-40B4-BE49-F238E27FC236}">
                <a16:creationId xmlns:a16="http://schemas.microsoft.com/office/drawing/2014/main" id="{0AC1B15B-CCD1-43C9-B50D-0E4447B357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43FFBC8-47EC-4EBF-B996-33EF4A712B1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53747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4AD991-B675-4898-A428-1634C30343A0}"/>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3" name="Footer Placeholder 2">
            <a:extLst>
              <a:ext uri="{FF2B5EF4-FFF2-40B4-BE49-F238E27FC236}">
                <a16:creationId xmlns:a16="http://schemas.microsoft.com/office/drawing/2014/main" id="{D45CAF56-216C-4ABF-8E5E-032EC8FED99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1CB94BA-9AE2-4994-8D01-C54BE18F0D8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3581059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A6836-7967-498C-9D14-AA11014EFD9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856BE8-347A-4BA5-8673-755C6D61111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B5C7BC-7EFC-4466-B113-3C4F8B869B2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E02AA8-8435-484B-9CC1-ECEC4F3C9196}"/>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6" name="Footer Placeholder 5">
            <a:extLst>
              <a:ext uri="{FF2B5EF4-FFF2-40B4-BE49-F238E27FC236}">
                <a16:creationId xmlns:a16="http://schemas.microsoft.com/office/drawing/2014/main" id="{0BFFF736-06CA-4BD7-B095-3133F60159A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9457CB-EF7D-4E0C-9EFA-45B0D561ECEE}"/>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387774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81A3-54D6-4A78-AC3B-0AD39E1D38E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419A9D-2F06-45DC-8DCF-17EEF7A2EC6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0A966D-1916-4A9D-95EF-64FF063F226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8E761B-059B-46D0-9CCA-1213F26C8067}"/>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6" name="Footer Placeholder 5">
            <a:extLst>
              <a:ext uri="{FF2B5EF4-FFF2-40B4-BE49-F238E27FC236}">
                <a16:creationId xmlns:a16="http://schemas.microsoft.com/office/drawing/2014/main" id="{55E9AA82-E49C-4DFE-8A71-E521146B62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858B865-533A-4B18-A748-D2233DDDCC2B}"/>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817344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EA4BB-D238-45EC-BCEC-BCD8CD1337E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AB7427-D5EE-4577-894A-66848B4AA15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299B5-D622-4EEE-86D3-9F7D2D543FCA}"/>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5" name="Footer Placeholder 4">
            <a:extLst>
              <a:ext uri="{FF2B5EF4-FFF2-40B4-BE49-F238E27FC236}">
                <a16:creationId xmlns:a16="http://schemas.microsoft.com/office/drawing/2014/main" id="{91547A0C-46B4-4796-BD26-2329C759F66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813B2D7-2409-4EE9-9E5A-8065DBC3EBE2}"/>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1446972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F09CC-3843-446D-BE8C-82ABF9A8D2E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524516-7C72-421B-97FC-0417A56FBB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7028B-6C47-40FF-8DAF-8867DA31B522}"/>
              </a:ext>
            </a:extLst>
          </p:cNvPr>
          <p:cNvSpPr>
            <a:spLocks noGrp="1"/>
          </p:cNvSpPr>
          <p:nvPr>
            <p:ph type="dt" sz="half" idx="10"/>
          </p:nvPr>
        </p:nvSpPr>
        <p:spPr>
          <a:xfrm>
            <a:off x="838200" y="6356350"/>
            <a:ext cx="2743200" cy="365125"/>
          </a:xfrm>
          <a:prstGeom prst="rect">
            <a:avLst/>
          </a:prstGeom>
        </p:spPr>
        <p:txBody>
          <a:bodyPr/>
          <a:lstStyle/>
          <a:p>
            <a:fld id="{E27DF84A-3D63-4AD2-B6CA-F32CD5EFCB9D}" type="datetimeFigureOut">
              <a:rPr lang="en-US" smtClean="0"/>
              <a:t>12/15/2025</a:t>
            </a:fld>
            <a:endParaRPr lang="en-US"/>
          </a:p>
        </p:txBody>
      </p:sp>
      <p:sp>
        <p:nvSpPr>
          <p:cNvPr id="5" name="Footer Placeholder 4">
            <a:extLst>
              <a:ext uri="{FF2B5EF4-FFF2-40B4-BE49-F238E27FC236}">
                <a16:creationId xmlns:a16="http://schemas.microsoft.com/office/drawing/2014/main" id="{06F98811-B83C-49A4-A607-DFEE3CCB337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ED55521-4AE0-4943-A73E-60A675AF1EF0}"/>
              </a:ext>
            </a:extLst>
          </p:cNvPr>
          <p:cNvSpPr>
            <a:spLocks noGrp="1"/>
          </p:cNvSpPr>
          <p:nvPr>
            <p:ph type="sldNum" sz="quarter" idx="12"/>
          </p:nvPr>
        </p:nvSpPr>
        <p:spPr>
          <a:xfrm>
            <a:off x="8610600" y="6356350"/>
            <a:ext cx="2743200" cy="365125"/>
          </a:xfrm>
          <a:prstGeom prst="rect">
            <a:avLst/>
          </a:prstGeom>
        </p:spPr>
        <p:txBody>
          <a:bodyPr/>
          <a:lstStyle/>
          <a:p>
            <a:fld id="{284CCD55-15F1-46FD-9755-ACD8E86010F2}" type="slidenum">
              <a:rPr lang="en-US" smtClean="0"/>
              <a:t>‹#›</a:t>
            </a:fld>
            <a:endParaRPr lang="en-US"/>
          </a:p>
        </p:txBody>
      </p:sp>
    </p:spTree>
    <p:extLst>
      <p:ext uri="{BB962C8B-B14F-4D97-AF65-F5344CB8AC3E}">
        <p14:creationId xmlns:p14="http://schemas.microsoft.com/office/powerpoint/2010/main" val="776563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D8E8BE-5391-409B-860D-0511EF4298C5}"/>
              </a:ext>
            </a:extLst>
          </p:cNvPr>
          <p:cNvPicPr>
            <a:picLocks noChangeAspect="1"/>
          </p:cNvPicPr>
          <p:nvPr userDrawn="1"/>
        </p:nvPicPr>
        <p:blipFill>
          <a:blip r:embed="rId13"/>
          <a:stretch>
            <a:fillRect/>
          </a:stretch>
        </p:blipFill>
        <p:spPr>
          <a:xfrm>
            <a:off x="172871" y="138896"/>
            <a:ext cx="1215639" cy="566958"/>
          </a:xfrm>
          <a:prstGeom prst="rect">
            <a:avLst/>
          </a:prstGeom>
        </p:spPr>
      </p:pic>
    </p:spTree>
    <p:extLst>
      <p:ext uri="{BB962C8B-B14F-4D97-AF65-F5344CB8AC3E}">
        <p14:creationId xmlns:p14="http://schemas.microsoft.com/office/powerpoint/2010/main" val="1928140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10.xml"/></Relationships>
</file>

<file path=ppt/slides/_rels/slide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xml"/><Relationship Id="rId1"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192B3F26-8A39-40E5-980D-3250B8AB3552}"/>
              </a:ext>
            </a:extLst>
          </p:cNvPr>
          <p:cNvSpPr txBox="1"/>
          <p:nvPr/>
        </p:nvSpPr>
        <p:spPr>
          <a:xfrm>
            <a:off x="1291447" y="2049103"/>
            <a:ext cx="9609109" cy="1037528"/>
          </a:xfrm>
          <a:prstGeom prst="rect">
            <a:avLst/>
          </a:prstGeom>
        </p:spPr>
        <p:txBody>
          <a:bodyPr lIns="0" tIns="0" rIns="0" bIns="0" rtlCol="0" anchor="t">
            <a:spAutoFit/>
          </a:bodyPr>
          <a:lstStyle/>
          <a:p>
            <a:pPr algn="ctr">
              <a:lnSpc>
                <a:spcPts val="9100"/>
              </a:lnSpc>
              <a:spcBef>
                <a:spcPct val="0"/>
              </a:spcBef>
            </a:pPr>
            <a:r>
              <a:rPr lang="en-US" sz="5400" b="1">
                <a:solidFill>
                  <a:srgbClr val="0000FF"/>
                </a:solidFill>
                <a:latin typeface="Times New Roman" panose="02020603050405020304" pitchFamily="18" charset="0"/>
                <a:ea typeface="Canva Sans Bold"/>
                <a:cs typeface="Times New Roman" panose="02020603050405020304" pitchFamily="18" charset="0"/>
                <a:sym typeface="Canva Sans Bold"/>
              </a:rPr>
              <a:t>MIS – PHÂN TÍCH SWOT</a:t>
            </a:r>
          </a:p>
        </p:txBody>
      </p:sp>
      <p:sp>
        <p:nvSpPr>
          <p:cNvPr id="5" name="TextBox 4">
            <a:extLst>
              <a:ext uri="{FF2B5EF4-FFF2-40B4-BE49-F238E27FC236}">
                <a16:creationId xmlns:a16="http://schemas.microsoft.com/office/drawing/2014/main" id="{75A98456-2E97-4CA2-9AAB-A6004BF62ECB}"/>
              </a:ext>
            </a:extLst>
          </p:cNvPr>
          <p:cNvSpPr txBox="1"/>
          <p:nvPr/>
        </p:nvSpPr>
        <p:spPr>
          <a:xfrm>
            <a:off x="9059073" y="3548296"/>
            <a:ext cx="2630905" cy="400110"/>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rPr>
              <a:t>MIS, 2025. Dec</a:t>
            </a:r>
          </a:p>
        </p:txBody>
      </p:sp>
      <p:sp>
        <p:nvSpPr>
          <p:cNvPr id="2" name="TextBox 1">
            <a:extLst>
              <a:ext uri="{FF2B5EF4-FFF2-40B4-BE49-F238E27FC236}">
                <a16:creationId xmlns:a16="http://schemas.microsoft.com/office/drawing/2014/main" id="{BC26DA25-4288-4D09-BB2E-C58C8E5806D8}"/>
              </a:ext>
            </a:extLst>
          </p:cNvPr>
          <p:cNvSpPr txBox="1"/>
          <p:nvPr/>
        </p:nvSpPr>
        <p:spPr>
          <a:xfrm>
            <a:off x="1187824" y="3086631"/>
            <a:ext cx="9816354" cy="461665"/>
          </a:xfrm>
          <a:prstGeom prst="rect">
            <a:avLst/>
          </a:prstGeom>
          <a:noFill/>
        </p:spPr>
        <p:txBody>
          <a:bodyPr wrap="square" rtlCol="0">
            <a:spAutoFit/>
          </a:bodyPr>
          <a:lstStyle/>
          <a:p>
            <a:pPr algn="ctr"/>
            <a:r>
              <a:rPr lang="en-US" sz="2400" i="1">
                <a:latin typeface="Times New Roman" panose="02020603050405020304" pitchFamily="18" charset="0"/>
                <a:cs typeface="Times New Roman" panose="02020603050405020304" pitchFamily="18" charset="0"/>
              </a:rPr>
              <a:t>Chiến l</a:t>
            </a:r>
            <a:r>
              <a:rPr lang="vi-VN" sz="2400" i="1">
                <a:latin typeface="Times New Roman" panose="02020603050405020304" pitchFamily="18" charset="0"/>
                <a:cs typeface="Times New Roman" panose="02020603050405020304" pitchFamily="18" charset="0"/>
              </a:rPr>
              <a:t>ư</a:t>
            </a:r>
            <a:r>
              <a:rPr lang="en-US" sz="2400" i="1">
                <a:latin typeface="Times New Roman" panose="02020603050405020304" pitchFamily="18" charset="0"/>
                <a:cs typeface="Times New Roman" panose="02020603050405020304" pitchFamily="18" charset="0"/>
              </a:rPr>
              <a:t>ợc </a:t>
            </a:r>
            <a:r>
              <a:rPr lang="en-US" sz="2400" b="1" i="1">
                <a:latin typeface="Times New Roman" panose="02020603050405020304" pitchFamily="18" charset="0"/>
                <a:cs typeface="Times New Roman" panose="02020603050405020304" pitchFamily="18" charset="0"/>
              </a:rPr>
              <a:t>Chuyển đổi số &amp; Nhà máy thông minh </a:t>
            </a:r>
            <a:r>
              <a:rPr lang="en-US" sz="2400" i="1">
                <a:latin typeface="Times New Roman" panose="02020603050405020304" pitchFamily="18" charset="0"/>
                <a:cs typeface="Times New Roman" panose="02020603050405020304" pitchFamily="18" charset="0"/>
              </a:rPr>
              <a:t>(Smart Factory Strategy)</a:t>
            </a:r>
          </a:p>
        </p:txBody>
      </p:sp>
    </p:spTree>
    <p:extLst>
      <p:ext uri="{BB962C8B-B14F-4D97-AF65-F5344CB8AC3E}">
        <p14:creationId xmlns:p14="http://schemas.microsoft.com/office/powerpoint/2010/main" val="2849310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9">
            <a:extLst>
              <a:ext uri="{FF2B5EF4-FFF2-40B4-BE49-F238E27FC236}">
                <a16:creationId xmlns:a16="http://schemas.microsoft.com/office/drawing/2014/main" id="{192B3F26-8A39-40E5-980D-3250B8AB3552}"/>
              </a:ext>
            </a:extLst>
          </p:cNvPr>
          <p:cNvSpPr txBox="1"/>
          <p:nvPr/>
        </p:nvSpPr>
        <p:spPr>
          <a:xfrm>
            <a:off x="1291445" y="1963759"/>
            <a:ext cx="9609109" cy="1037528"/>
          </a:xfrm>
          <a:prstGeom prst="rect">
            <a:avLst/>
          </a:prstGeom>
        </p:spPr>
        <p:txBody>
          <a:bodyPr lIns="0" tIns="0" rIns="0" bIns="0" rtlCol="0" anchor="t">
            <a:spAutoFit/>
          </a:bodyPr>
          <a:lstStyle/>
          <a:p>
            <a:pPr algn="ctr">
              <a:lnSpc>
                <a:spcPts val="9100"/>
              </a:lnSpc>
              <a:spcBef>
                <a:spcPct val="0"/>
              </a:spcBef>
            </a:pPr>
            <a:r>
              <a:rPr 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rPr>
              <a:t>MIS – SWOT </a:t>
            </a:r>
            <a:r>
              <a:rPr lang="zh-CN" alt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rPr>
              <a:t>分析</a:t>
            </a:r>
            <a:endParaRPr lang="en-US" sz="5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sym typeface="Canva Sans Bold"/>
            </a:endParaRPr>
          </a:p>
        </p:txBody>
      </p:sp>
      <p:sp>
        <p:nvSpPr>
          <p:cNvPr id="5" name="TextBox 4">
            <a:extLst>
              <a:ext uri="{FF2B5EF4-FFF2-40B4-BE49-F238E27FC236}">
                <a16:creationId xmlns:a16="http://schemas.microsoft.com/office/drawing/2014/main" id="{75A98456-2E97-4CA2-9AAB-A6004BF62ECB}"/>
              </a:ext>
            </a:extLst>
          </p:cNvPr>
          <p:cNvSpPr txBox="1"/>
          <p:nvPr/>
        </p:nvSpPr>
        <p:spPr>
          <a:xfrm>
            <a:off x="8803041" y="3683256"/>
            <a:ext cx="2630905" cy="400110"/>
          </a:xfrm>
          <a:prstGeom prst="rect">
            <a:avLst/>
          </a:prstGeom>
          <a:noFill/>
        </p:spPr>
        <p:txBody>
          <a:bodyPr wrap="square" rtlCol="0">
            <a:spAutoFit/>
          </a:bodyPr>
          <a:lstStyle/>
          <a:p>
            <a:pPr algn="ctr"/>
            <a:r>
              <a:rPr lang="en-US" sz="2000" i="1">
                <a:latin typeface="Times New Roman" panose="02020603050405020304" pitchFamily="18" charset="0"/>
                <a:ea typeface="Microsoft JhengHei" panose="020B0604030504040204" pitchFamily="34" charset="-120"/>
                <a:cs typeface="Times New Roman" panose="02020603050405020304" pitchFamily="18" charset="0"/>
              </a:rPr>
              <a:t>MIS, 2025. Dec</a:t>
            </a:r>
          </a:p>
        </p:txBody>
      </p:sp>
      <p:sp>
        <p:nvSpPr>
          <p:cNvPr id="2" name="TextBox 1">
            <a:extLst>
              <a:ext uri="{FF2B5EF4-FFF2-40B4-BE49-F238E27FC236}">
                <a16:creationId xmlns:a16="http://schemas.microsoft.com/office/drawing/2014/main" id="{BC26DA25-4288-4D09-BB2E-C58C8E5806D8}"/>
              </a:ext>
            </a:extLst>
          </p:cNvPr>
          <p:cNvSpPr txBox="1"/>
          <p:nvPr/>
        </p:nvSpPr>
        <p:spPr>
          <a:xfrm>
            <a:off x="1187823" y="3111439"/>
            <a:ext cx="9816354" cy="461665"/>
          </a:xfrm>
          <a:prstGeom prst="rect">
            <a:avLst/>
          </a:prstGeom>
          <a:noFill/>
        </p:spPr>
        <p:txBody>
          <a:bodyPr wrap="square" rtlCol="0">
            <a:spAutoFit/>
          </a:bodyPr>
          <a:lstStyle/>
          <a:p>
            <a:pPr algn="ct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數位轉型策略 </a:t>
            </a:r>
            <a:r>
              <a:rPr lang="en-US" sz="2400" b="1">
                <a:latin typeface="Times New Roman" panose="02020603050405020304" pitchFamily="18" charset="0"/>
                <a:ea typeface="Microsoft JhengHei" panose="020B0604030504040204" pitchFamily="34" charset="-120"/>
                <a:cs typeface="Times New Roman" panose="02020603050405020304" pitchFamily="18" charset="0"/>
              </a:rPr>
              <a:t>&amp;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智慧工廠 </a:t>
            </a:r>
            <a:r>
              <a:rPr lang="en-US" sz="2400" i="1">
                <a:latin typeface="Times New Roman" panose="02020603050405020304" pitchFamily="18" charset="0"/>
                <a:ea typeface="Microsoft JhengHei" panose="020B0604030504040204" pitchFamily="34" charset="-120"/>
                <a:cs typeface="Times New Roman" panose="02020603050405020304" pitchFamily="18" charset="0"/>
              </a:rPr>
              <a:t>(Smart Factory Strategy</a:t>
            </a:r>
            <a:r>
              <a:rPr lang="en-US" sz="2400">
                <a:latin typeface="Times New Roman" panose="02020603050405020304" pitchFamily="18" charset="0"/>
                <a:ea typeface="Microsoft JhengHei" panose="020B0604030504040204" pitchFamily="34" charset="-120"/>
                <a:cs typeface="Times New Roman" panose="02020603050405020304" pitchFamily="18" charset="0"/>
              </a:rPr>
              <a:t>)</a:t>
            </a:r>
          </a:p>
        </p:txBody>
      </p:sp>
    </p:spTree>
    <p:extLst>
      <p:ext uri="{BB962C8B-B14F-4D97-AF65-F5344CB8AC3E}">
        <p14:creationId xmlns:p14="http://schemas.microsoft.com/office/powerpoint/2010/main" val="224283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351B62-4C3E-47EC-92B1-E3CD424A2043}"/>
              </a:ext>
            </a:extLst>
          </p:cNvPr>
          <p:cNvSpPr txBox="1"/>
          <p:nvPr/>
        </p:nvSpPr>
        <p:spPr>
          <a:xfrm>
            <a:off x="2796988" y="162943"/>
            <a:ext cx="619909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NỘI DUNG</a:t>
            </a:r>
          </a:p>
        </p:txBody>
      </p:sp>
      <p:grpSp>
        <p:nvGrpSpPr>
          <p:cNvPr id="15" name="Group 14">
            <a:extLst>
              <a:ext uri="{FF2B5EF4-FFF2-40B4-BE49-F238E27FC236}">
                <a16:creationId xmlns:a16="http://schemas.microsoft.com/office/drawing/2014/main" id="{A63156D2-73F9-48E9-AC3C-94A55FC280B3}"/>
              </a:ext>
            </a:extLst>
          </p:cNvPr>
          <p:cNvGrpSpPr/>
          <p:nvPr/>
        </p:nvGrpSpPr>
        <p:grpSpPr>
          <a:xfrm>
            <a:off x="2055983" y="1289798"/>
            <a:ext cx="8518359" cy="737937"/>
            <a:chOff x="2069430" y="2458722"/>
            <a:chExt cx="8518359" cy="737937"/>
          </a:xfrm>
        </p:grpSpPr>
        <p:sp>
          <p:nvSpPr>
            <p:cNvPr id="5" name="Rectangle: Rounded Corners 4">
              <a:extLst>
                <a:ext uri="{FF2B5EF4-FFF2-40B4-BE49-F238E27FC236}">
                  <a16:creationId xmlns:a16="http://schemas.microsoft.com/office/drawing/2014/main" id="{79BF8781-6A41-44F4-AB32-5CEB00C15652}"/>
                </a:ext>
              </a:extLst>
            </p:cNvPr>
            <p:cNvSpPr/>
            <p:nvPr/>
          </p:nvSpPr>
          <p:spPr>
            <a:xfrm>
              <a:off x="2646947" y="2458722"/>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2" action="ppaction://hlinksldjump"/>
                </a:rPr>
                <a:t>BẢNG TÓM TẮT SWOT</a:t>
              </a:r>
              <a:endParaRPr lang="en-US" sz="2400" b="1">
                <a:latin typeface="Times New Roman" panose="02020603050405020304" pitchFamily="18" charset="0"/>
                <a:cs typeface="Times New Roman" panose="02020603050405020304" pitchFamily="18" charset="0"/>
              </a:endParaRPr>
            </a:p>
          </p:txBody>
        </p:sp>
        <p:sp>
          <p:nvSpPr>
            <p:cNvPr id="6" name="Arrow: Pentagon 5">
              <a:extLst>
                <a:ext uri="{FF2B5EF4-FFF2-40B4-BE49-F238E27FC236}">
                  <a16:creationId xmlns:a16="http://schemas.microsoft.com/office/drawing/2014/main" id="{1D4A742D-F8F9-4EFC-9B51-1CCF16A3F2C2}"/>
                </a:ext>
              </a:extLst>
            </p:cNvPr>
            <p:cNvSpPr/>
            <p:nvPr/>
          </p:nvSpPr>
          <p:spPr>
            <a:xfrm>
              <a:off x="2069430" y="2560745"/>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01</a:t>
              </a:r>
            </a:p>
          </p:txBody>
        </p:sp>
      </p:grpSp>
      <p:grpSp>
        <p:nvGrpSpPr>
          <p:cNvPr id="13" name="Group 12">
            <a:extLst>
              <a:ext uri="{FF2B5EF4-FFF2-40B4-BE49-F238E27FC236}">
                <a16:creationId xmlns:a16="http://schemas.microsoft.com/office/drawing/2014/main" id="{8E0336DC-D79D-4177-B149-D8C853656CAD}"/>
              </a:ext>
            </a:extLst>
          </p:cNvPr>
          <p:cNvGrpSpPr/>
          <p:nvPr/>
        </p:nvGrpSpPr>
        <p:grpSpPr>
          <a:xfrm>
            <a:off x="2055983" y="2518065"/>
            <a:ext cx="8518359" cy="737937"/>
            <a:chOff x="2069430" y="4344906"/>
            <a:chExt cx="8518359" cy="737937"/>
          </a:xfrm>
        </p:grpSpPr>
        <p:sp>
          <p:nvSpPr>
            <p:cNvPr id="7" name="Rectangle: Rounded Corners 6">
              <a:extLst>
                <a:ext uri="{FF2B5EF4-FFF2-40B4-BE49-F238E27FC236}">
                  <a16:creationId xmlns:a16="http://schemas.microsoft.com/office/drawing/2014/main" id="{6BF71619-C2C6-42C6-B91B-AC4D3BABB208}"/>
                </a:ext>
              </a:extLst>
            </p:cNvPr>
            <p:cNvSpPr/>
            <p:nvPr/>
          </p:nvSpPr>
          <p:spPr>
            <a:xfrm>
              <a:off x="2646947" y="4344906"/>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3" action="ppaction://hlinksldjump"/>
                </a:rPr>
                <a:t>CHIẾN L</a:t>
              </a:r>
              <a:r>
                <a:rPr lang="vi-VN" sz="2400" b="1">
                  <a:latin typeface="Times New Roman" panose="02020603050405020304" pitchFamily="18" charset="0"/>
                  <a:cs typeface="Times New Roman" panose="02020603050405020304" pitchFamily="18" charset="0"/>
                  <a:hlinkClick r:id="rId3" action="ppaction://hlinksldjump"/>
                </a:rPr>
                <a:t>Ư</a:t>
              </a:r>
              <a:r>
                <a:rPr lang="en-US" sz="2400" b="1">
                  <a:latin typeface="Times New Roman" panose="02020603050405020304" pitchFamily="18" charset="0"/>
                  <a:cs typeface="Times New Roman" panose="02020603050405020304" pitchFamily="18" charset="0"/>
                  <a:hlinkClick r:id="rId3" action="ppaction://hlinksldjump"/>
                </a:rPr>
                <a:t>ỢC SO-WO-ST-WT</a:t>
              </a:r>
              <a:endParaRPr lang="en-US" sz="2400" b="1">
                <a:latin typeface="Times New Roman" panose="02020603050405020304" pitchFamily="18" charset="0"/>
                <a:cs typeface="Times New Roman" panose="02020603050405020304" pitchFamily="18" charset="0"/>
              </a:endParaRPr>
            </a:p>
          </p:txBody>
        </p:sp>
        <p:sp>
          <p:nvSpPr>
            <p:cNvPr id="8" name="Arrow: Pentagon 7">
              <a:extLst>
                <a:ext uri="{FF2B5EF4-FFF2-40B4-BE49-F238E27FC236}">
                  <a16:creationId xmlns:a16="http://schemas.microsoft.com/office/drawing/2014/main" id="{1B13E7F9-0F9A-438D-8BE3-7916D11D316A}"/>
                </a:ext>
              </a:extLst>
            </p:cNvPr>
            <p:cNvSpPr/>
            <p:nvPr/>
          </p:nvSpPr>
          <p:spPr>
            <a:xfrm>
              <a:off x="2069430" y="4446929"/>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02</a:t>
              </a:r>
            </a:p>
          </p:txBody>
        </p:sp>
      </p:grpSp>
      <p:grpSp>
        <p:nvGrpSpPr>
          <p:cNvPr id="14" name="Group 13">
            <a:extLst>
              <a:ext uri="{FF2B5EF4-FFF2-40B4-BE49-F238E27FC236}">
                <a16:creationId xmlns:a16="http://schemas.microsoft.com/office/drawing/2014/main" id="{0D7D4FF5-F404-4900-8DB4-F149447C5F63}"/>
              </a:ext>
            </a:extLst>
          </p:cNvPr>
          <p:cNvGrpSpPr/>
          <p:nvPr/>
        </p:nvGrpSpPr>
        <p:grpSpPr>
          <a:xfrm>
            <a:off x="2055983" y="3800093"/>
            <a:ext cx="8518359" cy="737937"/>
            <a:chOff x="2069430" y="5731803"/>
            <a:chExt cx="8518359" cy="737937"/>
          </a:xfrm>
        </p:grpSpPr>
        <p:sp>
          <p:nvSpPr>
            <p:cNvPr id="9" name="Rectangle: Rounded Corners 8">
              <a:extLst>
                <a:ext uri="{FF2B5EF4-FFF2-40B4-BE49-F238E27FC236}">
                  <a16:creationId xmlns:a16="http://schemas.microsoft.com/office/drawing/2014/main" id="{5EAD6F64-CED6-4B74-B3ED-2BD2FEBAFABB}"/>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vi-VN" sz="2400" b="1">
                  <a:latin typeface="+mj-lt"/>
                  <a:hlinkClick r:id="rId4" action="ppaction://hlinksldjump"/>
                </a:rPr>
                <a:t>05 ƯU TIÊN HÀNH ĐỘNG TRONG 06-12 THÁNG</a:t>
              </a:r>
              <a:endParaRPr lang="vi-VN" sz="2400" b="1">
                <a:latin typeface="+mj-lt"/>
              </a:endParaRPr>
            </a:p>
          </p:txBody>
        </p:sp>
        <p:sp>
          <p:nvSpPr>
            <p:cNvPr id="10" name="Arrow: Pentagon 9">
              <a:extLst>
                <a:ext uri="{FF2B5EF4-FFF2-40B4-BE49-F238E27FC236}">
                  <a16:creationId xmlns:a16="http://schemas.microsoft.com/office/drawing/2014/main" id="{B6269CFE-61B6-4DF9-AC59-794DDE8935EA}"/>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03</a:t>
              </a:r>
            </a:p>
          </p:txBody>
        </p:sp>
      </p:grpSp>
      <p:grpSp>
        <p:nvGrpSpPr>
          <p:cNvPr id="16" name="Group 15">
            <a:extLst>
              <a:ext uri="{FF2B5EF4-FFF2-40B4-BE49-F238E27FC236}">
                <a16:creationId xmlns:a16="http://schemas.microsoft.com/office/drawing/2014/main" id="{FB18B1D0-6041-4280-AE30-F47BB5ACC614}"/>
              </a:ext>
            </a:extLst>
          </p:cNvPr>
          <p:cNvGrpSpPr/>
          <p:nvPr/>
        </p:nvGrpSpPr>
        <p:grpSpPr>
          <a:xfrm>
            <a:off x="2055983" y="5106959"/>
            <a:ext cx="8518359" cy="737937"/>
            <a:chOff x="2069430" y="5731803"/>
            <a:chExt cx="8518359" cy="737937"/>
          </a:xfrm>
        </p:grpSpPr>
        <p:sp>
          <p:nvSpPr>
            <p:cNvPr id="17" name="Rectangle: Rounded Corners 16">
              <a:extLst>
                <a:ext uri="{FF2B5EF4-FFF2-40B4-BE49-F238E27FC236}">
                  <a16:creationId xmlns:a16="http://schemas.microsoft.com/office/drawing/2014/main" id="{9E08D422-A8BB-4FA6-BCF2-D5074367CC8A}"/>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cs typeface="Times New Roman" panose="02020603050405020304" pitchFamily="18" charset="0"/>
                  <a:hlinkClick r:id="rId5" action="ppaction://hlinksldjump"/>
                </a:rPr>
                <a:t>KÊU GỌI HÀNH ĐỘNG – CHUẨN BỊ CHO CHUYỂN ĐỔI SỐ</a:t>
              </a:r>
              <a:endParaRPr lang="vi-VN" sz="2400" b="1">
                <a:latin typeface="Times New Roman" panose="02020603050405020304" pitchFamily="18" charset="0"/>
                <a:cs typeface="Times New Roman" panose="02020603050405020304" pitchFamily="18" charset="0"/>
              </a:endParaRPr>
            </a:p>
          </p:txBody>
        </p:sp>
        <p:sp>
          <p:nvSpPr>
            <p:cNvPr id="18" name="Arrow: Pentagon 17">
              <a:extLst>
                <a:ext uri="{FF2B5EF4-FFF2-40B4-BE49-F238E27FC236}">
                  <a16:creationId xmlns:a16="http://schemas.microsoft.com/office/drawing/2014/main" id="{B8A40503-7490-40E6-A9D5-B92210235E00}"/>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cs typeface="Times New Roman" panose="02020603050405020304" pitchFamily="18" charset="0"/>
                </a:rPr>
                <a:t>04</a:t>
              </a:r>
            </a:p>
          </p:txBody>
        </p:sp>
      </p:grpSp>
    </p:spTree>
    <p:extLst>
      <p:ext uri="{BB962C8B-B14F-4D97-AF65-F5344CB8AC3E}">
        <p14:creationId xmlns:p14="http://schemas.microsoft.com/office/powerpoint/2010/main" val="269308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351B62-4C3E-47EC-92B1-E3CD424A2043}"/>
              </a:ext>
            </a:extLst>
          </p:cNvPr>
          <p:cNvSpPr txBox="1"/>
          <p:nvPr/>
        </p:nvSpPr>
        <p:spPr>
          <a:xfrm>
            <a:off x="2833564" y="231875"/>
            <a:ext cx="6199094" cy="507831"/>
          </a:xfrm>
          <a:prstGeom prst="rect">
            <a:avLst/>
          </a:prstGeom>
          <a:noFill/>
        </p:spPr>
        <p:txBody>
          <a:bodyPr wrap="square" rtlCol="0">
            <a:spAutoFit/>
          </a:bodyPr>
          <a:lstStyle/>
          <a:p>
            <a:pPr algn="ctr"/>
            <a:r>
              <a:rPr lang="zh-CN" alt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內容</a:t>
            </a:r>
            <a:endPar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15" name="Group 14">
            <a:extLst>
              <a:ext uri="{FF2B5EF4-FFF2-40B4-BE49-F238E27FC236}">
                <a16:creationId xmlns:a16="http://schemas.microsoft.com/office/drawing/2014/main" id="{A63156D2-73F9-48E9-AC3C-94A55FC280B3}"/>
              </a:ext>
            </a:extLst>
          </p:cNvPr>
          <p:cNvGrpSpPr/>
          <p:nvPr/>
        </p:nvGrpSpPr>
        <p:grpSpPr>
          <a:xfrm>
            <a:off x="2055983" y="1289798"/>
            <a:ext cx="8518359" cy="737937"/>
            <a:chOff x="2069430" y="2458722"/>
            <a:chExt cx="8518359" cy="737937"/>
          </a:xfrm>
        </p:grpSpPr>
        <p:sp>
          <p:nvSpPr>
            <p:cNvPr id="5" name="Rectangle: Rounded Corners 4">
              <a:extLst>
                <a:ext uri="{FF2B5EF4-FFF2-40B4-BE49-F238E27FC236}">
                  <a16:creationId xmlns:a16="http://schemas.microsoft.com/office/drawing/2014/main" id="{79BF8781-6A41-44F4-AB32-5CEB00C15652}"/>
                </a:ext>
              </a:extLst>
            </p:cNvPr>
            <p:cNvSpPr/>
            <p:nvPr/>
          </p:nvSpPr>
          <p:spPr>
            <a:xfrm>
              <a:off x="2646947" y="2458722"/>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ea typeface="Microsoft JhengHei" panose="020B0604030504040204" pitchFamily="34" charset="-120"/>
                  <a:cs typeface="Times New Roman" panose="02020603050405020304" pitchFamily="18" charset="0"/>
                  <a:hlinkClick r:id="rId2" action="ppaction://hlinksldjump"/>
                </a:rPr>
                <a:t>SWOT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2" action="ppaction://hlinksldjump"/>
                </a:rPr>
                <a:t>摘要表</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Arrow: Pentagon 5">
              <a:extLst>
                <a:ext uri="{FF2B5EF4-FFF2-40B4-BE49-F238E27FC236}">
                  <a16:creationId xmlns:a16="http://schemas.microsoft.com/office/drawing/2014/main" id="{1D4A742D-F8F9-4EFC-9B51-1CCF16A3F2C2}"/>
                </a:ext>
              </a:extLst>
            </p:cNvPr>
            <p:cNvSpPr/>
            <p:nvPr/>
          </p:nvSpPr>
          <p:spPr>
            <a:xfrm>
              <a:off x="2069430" y="2560745"/>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01</a:t>
              </a:r>
            </a:p>
          </p:txBody>
        </p:sp>
      </p:grpSp>
      <p:grpSp>
        <p:nvGrpSpPr>
          <p:cNvPr id="13" name="Group 12">
            <a:extLst>
              <a:ext uri="{FF2B5EF4-FFF2-40B4-BE49-F238E27FC236}">
                <a16:creationId xmlns:a16="http://schemas.microsoft.com/office/drawing/2014/main" id="{8E0336DC-D79D-4177-B149-D8C853656CAD}"/>
              </a:ext>
            </a:extLst>
          </p:cNvPr>
          <p:cNvGrpSpPr/>
          <p:nvPr/>
        </p:nvGrpSpPr>
        <p:grpSpPr>
          <a:xfrm>
            <a:off x="2055983" y="2518065"/>
            <a:ext cx="8518359" cy="737937"/>
            <a:chOff x="2069430" y="4344906"/>
            <a:chExt cx="8518359" cy="737937"/>
          </a:xfrm>
        </p:grpSpPr>
        <p:sp>
          <p:nvSpPr>
            <p:cNvPr id="7" name="Rectangle: Rounded Corners 6">
              <a:extLst>
                <a:ext uri="{FF2B5EF4-FFF2-40B4-BE49-F238E27FC236}">
                  <a16:creationId xmlns:a16="http://schemas.microsoft.com/office/drawing/2014/main" id="{6BF71619-C2C6-42C6-B91B-AC4D3BABB208}"/>
                </a:ext>
              </a:extLst>
            </p:cNvPr>
            <p:cNvSpPr/>
            <p:nvPr/>
          </p:nvSpPr>
          <p:spPr>
            <a:xfrm>
              <a:off x="2646947" y="4344906"/>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a:latin typeface="Times New Roman" panose="02020603050405020304" pitchFamily="18" charset="0"/>
                  <a:ea typeface="Microsoft JhengHei" panose="020B0604030504040204" pitchFamily="34" charset="-120"/>
                  <a:cs typeface="Times New Roman" panose="02020603050405020304" pitchFamily="18" charset="0"/>
                  <a:hlinkClick r:id="rId3" action="ppaction://hlinksldjump"/>
                </a:rPr>
                <a:t>SO-WO-ST-WT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3" action="ppaction://hlinksldjump"/>
                </a:rPr>
                <a:t>策略</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Arrow: Pentagon 7">
              <a:extLst>
                <a:ext uri="{FF2B5EF4-FFF2-40B4-BE49-F238E27FC236}">
                  <a16:creationId xmlns:a16="http://schemas.microsoft.com/office/drawing/2014/main" id="{1B13E7F9-0F9A-438D-8BE3-7916D11D316A}"/>
                </a:ext>
              </a:extLst>
            </p:cNvPr>
            <p:cNvSpPr/>
            <p:nvPr/>
          </p:nvSpPr>
          <p:spPr>
            <a:xfrm>
              <a:off x="2069430" y="4446929"/>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02</a:t>
              </a:r>
            </a:p>
          </p:txBody>
        </p:sp>
      </p:grpSp>
      <p:grpSp>
        <p:nvGrpSpPr>
          <p:cNvPr id="14" name="Group 13">
            <a:extLst>
              <a:ext uri="{FF2B5EF4-FFF2-40B4-BE49-F238E27FC236}">
                <a16:creationId xmlns:a16="http://schemas.microsoft.com/office/drawing/2014/main" id="{0D7D4FF5-F404-4900-8DB4-F149447C5F63}"/>
              </a:ext>
            </a:extLst>
          </p:cNvPr>
          <p:cNvGrpSpPr/>
          <p:nvPr/>
        </p:nvGrpSpPr>
        <p:grpSpPr>
          <a:xfrm>
            <a:off x="2055983" y="3800093"/>
            <a:ext cx="8518359" cy="737937"/>
            <a:chOff x="2069430" y="5731803"/>
            <a:chExt cx="8518359" cy="737937"/>
          </a:xfrm>
        </p:grpSpPr>
        <p:sp>
          <p:nvSpPr>
            <p:cNvPr id="9" name="Rectangle: Rounded Corners 8">
              <a:extLst>
                <a:ext uri="{FF2B5EF4-FFF2-40B4-BE49-F238E27FC236}">
                  <a16:creationId xmlns:a16="http://schemas.microsoft.com/office/drawing/2014/main" id="{5EAD6F64-CED6-4B74-B3ED-2BD2FEBAFABB}"/>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未來 </a:t>
              </a:r>
              <a:r>
                <a:rPr lang="en-US" altLang="zh-TW"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6〜12 </a:t>
              </a:r>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個月的 </a:t>
              </a:r>
              <a:r>
                <a:rPr lang="en-US" altLang="zh-TW"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5 </a:t>
              </a:r>
              <a:r>
                <a:rPr lang="zh-TW"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4" action="ppaction://hlinksldjump"/>
                </a:rPr>
                <a:t>項優先行動</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Arrow: Pentagon 9">
              <a:extLst>
                <a:ext uri="{FF2B5EF4-FFF2-40B4-BE49-F238E27FC236}">
                  <a16:creationId xmlns:a16="http://schemas.microsoft.com/office/drawing/2014/main" id="{B6269CFE-61B6-4DF9-AC59-794DDE8935EA}"/>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03</a:t>
              </a:r>
            </a:p>
          </p:txBody>
        </p:sp>
      </p:grpSp>
      <p:grpSp>
        <p:nvGrpSpPr>
          <p:cNvPr id="16" name="Group 15">
            <a:extLst>
              <a:ext uri="{FF2B5EF4-FFF2-40B4-BE49-F238E27FC236}">
                <a16:creationId xmlns:a16="http://schemas.microsoft.com/office/drawing/2014/main" id="{FB18B1D0-6041-4280-AE30-F47BB5ACC614}"/>
              </a:ext>
            </a:extLst>
          </p:cNvPr>
          <p:cNvGrpSpPr/>
          <p:nvPr/>
        </p:nvGrpSpPr>
        <p:grpSpPr>
          <a:xfrm>
            <a:off x="2055983" y="5106959"/>
            <a:ext cx="8518359" cy="737937"/>
            <a:chOff x="2069430" y="5731803"/>
            <a:chExt cx="8518359" cy="737937"/>
          </a:xfrm>
        </p:grpSpPr>
        <p:sp>
          <p:nvSpPr>
            <p:cNvPr id="17" name="Rectangle: Rounded Corners 16">
              <a:extLst>
                <a:ext uri="{FF2B5EF4-FFF2-40B4-BE49-F238E27FC236}">
                  <a16:creationId xmlns:a16="http://schemas.microsoft.com/office/drawing/2014/main" id="{9E08D422-A8BB-4FA6-BCF2-D5074367CC8A}"/>
                </a:ext>
              </a:extLst>
            </p:cNvPr>
            <p:cNvSpPr/>
            <p:nvPr/>
          </p:nvSpPr>
          <p:spPr>
            <a:xfrm>
              <a:off x="2646947" y="5731803"/>
              <a:ext cx="7940842" cy="737937"/>
            </a:xfrm>
            <a:prstGeom prst="round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推動行動 </a:t>
              </a:r>
              <a:r>
                <a:rPr lang="en-US" altLang="zh-CN"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hlinkClick r:id="rId5" action="ppaction://hlinksldjump"/>
                </a:rPr>
                <a:t>全面準備數位轉型</a:t>
              </a:r>
              <a:endParaRPr lang="vi-VN"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8" name="Arrow: Pentagon 17">
              <a:extLst>
                <a:ext uri="{FF2B5EF4-FFF2-40B4-BE49-F238E27FC236}">
                  <a16:creationId xmlns:a16="http://schemas.microsoft.com/office/drawing/2014/main" id="{B8A40503-7490-40E6-A9D5-B92210235E00}"/>
                </a:ext>
              </a:extLst>
            </p:cNvPr>
            <p:cNvSpPr/>
            <p:nvPr/>
          </p:nvSpPr>
          <p:spPr>
            <a:xfrm>
              <a:off x="2069430" y="5833826"/>
              <a:ext cx="866274" cy="555957"/>
            </a:xfrm>
            <a:prstGeom prst="homePlate">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04</a:t>
              </a:r>
            </a:p>
          </p:txBody>
        </p:sp>
      </p:grpSp>
    </p:spTree>
    <p:extLst>
      <p:ext uri="{BB962C8B-B14F-4D97-AF65-F5344CB8AC3E}">
        <p14:creationId xmlns:p14="http://schemas.microsoft.com/office/powerpoint/2010/main" val="1708167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D25B7A8-D96D-41A7-83B4-1DA631D5BEC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775947" y="2946265"/>
            <a:ext cx="2489948" cy="2352790"/>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84093" y="4208604"/>
            <a:ext cx="4695265" cy="2565171"/>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3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領導階層積極推動數位轉型與智慧工廠布局（</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MES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生產自動化需求持續增長（品管、倉儲、即時生產）</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生產線對自動化之需求持續提升，包括品保、</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倉管</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與生產即時化等環節。</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與資料分析技術可大幅降低手動作業比例</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對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MES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的調研方向是數據與流程標準化的</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因領導階層對資安之重視度提高，為資安與系統建設之投入提供有利契機。</a:t>
            </a:r>
            <a:endParaRPr 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84094" y="1186637"/>
            <a:ext cx="4695266" cy="2435183"/>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3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穩定運行核心系統（</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WMS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PLM</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UOF</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），確保資料一致性，為未來智慧工廠建置奠定可靠基礎。</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熟悉機械製造業務流程，能夠快速、準確地支援各部門的日常運作與問題排除。</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積極配合</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資訊</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安全與標準化作業：協助資安</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室</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維護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ISO 27001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之運作，並提前準備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TISAX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相關要求。</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已推動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自動化多項重複性流程，有效降低人工操作量，提升作業效率與一致性。</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具備良好的學習意願，主動導入並實作新技術，如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輔助分析、系統監控等，並已累積初步實務經驗。</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07831"/>
          </a:xfrm>
          <a:prstGeom prst="rect">
            <a:avLst/>
          </a:prstGeom>
          <a:noFill/>
        </p:spPr>
        <p:txBody>
          <a:bodyPr wrap="square" rtlCol="0">
            <a:spAutoFit/>
          </a:bodyPr>
          <a:lstStyle/>
          <a:p>
            <a:pPr algn="ctr"/>
            <a:r>
              <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SWOT </a:t>
            </a:r>
            <a:r>
              <a:rPr lang="zh-CN" alt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摘要表</a:t>
            </a:r>
            <a:endParaRPr lang="en-US" sz="27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941294" y="729796"/>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S-STRENGTHS: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優勢</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7012641" y="1186637"/>
            <a:ext cx="4397188" cy="2452079"/>
          </a:xfrm>
          <a:prstGeom prst="roundRect">
            <a:avLst/>
          </a:prstGeom>
          <a:solidFill>
            <a:schemeClr val="accent2">
              <a:lumMod val="20000"/>
              <a:lumOff val="80000"/>
            </a:schemeClr>
          </a:solidFill>
          <a:ln>
            <a:solidFill>
              <a:schemeClr val="accent2">
                <a:lumMod val="20000"/>
                <a:lumOff val="8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人力精簡，然工作範圍廣泛：涵蓋基礎架構、系統維運、資安防護、使用者支援、自動化與資料分析等領域。</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在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實務應用、進階資安、防護機制、資料分析以及大型專案推動方面，尚缺乏深度專業。</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現行基礎架構仍採傳統運作模式，與智慧工廠之標準化方向尚有差距。</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缺乏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SOP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Runbook</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、異動管理與完整的備援計畫。</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受限於日常維運工作量，無法充分投入策略性專案之推動。</a:t>
            </a:r>
            <a:endParaRPr lang="en-US" altLang="zh-C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941294" y="3788819"/>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O-OPPORTUNITIES: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機會</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7012640" y="4318173"/>
            <a:ext cx="4397189" cy="2255254"/>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製造業面臨的網路攻擊（勒索、</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AD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入侵、資料破壞）持續上升</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過度依賴舊有系統，擴充或調整時成本高昂，且伴隨較高的風險。</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市場缺乏具備 </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WMS</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PLM </a:t>
            </a: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整合經驗的</a:t>
            </a:r>
            <a:r>
              <a:rPr lang="zh-CN"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人才</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在能力尚未成熟前若過度推進數位轉型，將面臨系統與人力超載的風險。</a:t>
            </a:r>
            <a:endParaRPr lang="en-US" altLang="zh-TW"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228600" indent="-228600">
              <a:lnSpc>
                <a:spcPct val="120000"/>
              </a:lnSpc>
              <a:buFont typeface="+mj-lt"/>
              <a:buAutoNum type="arabicPeriod"/>
            </a:pPr>
            <a:r>
              <a:rPr lang="zh-TW" altLang="en-US"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一旦核心系統發生事故，可能造成生產中斷風險</a:t>
            </a:r>
            <a:endParaRPr lang="vi-VN" sz="12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368989" y="729796"/>
            <a:ext cx="3684492"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W-WEAKNESSES: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缺點</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368989" y="3788819"/>
            <a:ext cx="3684491" cy="645459"/>
          </a:xfrm>
          <a:prstGeom prst="round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Times New Roman" panose="02020603050405020304" pitchFamily="18" charset="0"/>
                <a:ea typeface="Microsoft JhengHei" panose="020B0604030504040204" pitchFamily="34" charset="-120"/>
                <a:cs typeface="Times New Roman" panose="02020603050405020304" pitchFamily="18" charset="0"/>
              </a:rPr>
              <a:t>T-THREATS:(</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挑戰</a:t>
            </a:r>
            <a:r>
              <a:rPr lang="vi-VN" sz="1600" b="1">
                <a:latin typeface="Times New Roman" panose="02020603050405020304" pitchFamily="18" charset="0"/>
                <a:ea typeface="Microsoft JhengHei" panose="020B0604030504040204" pitchFamily="34" charset="-120"/>
                <a:cs typeface="Times New Roman" panose="02020603050405020304" pitchFamily="18" charset="0"/>
              </a:rPr>
              <a:t>)</a:t>
            </a:r>
          </a:p>
        </p:txBody>
      </p:sp>
    </p:spTree>
    <p:extLst>
      <p:ext uri="{BB962C8B-B14F-4D97-AF65-F5344CB8AC3E}">
        <p14:creationId xmlns:p14="http://schemas.microsoft.com/office/powerpoint/2010/main" val="1571382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D25B7A8-D96D-41A7-83B4-1DA631D5BEC8}"/>
              </a:ext>
            </a:extLst>
          </p:cNvPr>
          <p:cNvPicPr>
            <a:picLocks noChangeAspect="1"/>
          </p:cNvPicPr>
          <p:nvPr/>
        </p:nvPicPr>
        <p:blipFill>
          <a:blip r:embed="rId2"/>
          <a:stretch>
            <a:fillRect/>
          </a:stretch>
        </p:blipFill>
        <p:spPr>
          <a:xfrm>
            <a:off x="4775947" y="2946425"/>
            <a:ext cx="2489948" cy="2352790"/>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84094" y="4367581"/>
            <a:ext cx="4491318" cy="2352790"/>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endParaRPr lang="en-US" sz="1200" dirty="0">
              <a:solidFill>
                <a:schemeClr val="tx1"/>
              </a:solidFill>
              <a:latin typeface="+mj-lt"/>
            </a:endParaRPr>
          </a:p>
          <a:p>
            <a:pPr marL="228600" indent="-228600">
              <a:buAutoNum type="arabicPeriod"/>
            </a:pPr>
            <a:r>
              <a:rPr lang="vi-VN" sz="1200" dirty="0">
                <a:solidFill>
                  <a:schemeClr val="tx1"/>
                </a:solidFill>
                <a:latin typeface="Times New Roman"/>
                <a:ea typeface="+mn-lt"/>
                <a:cs typeface="Times New Roman"/>
              </a:rPr>
              <a:t>Ban</a:t>
            </a:r>
            <a:r>
              <a:rPr lang="vi-VN" sz="1200" dirty="0">
                <a:solidFill>
                  <a:schemeClr val="tx1"/>
                </a:solidFill>
                <a:latin typeface="Times New Roman"/>
                <a:cs typeface="Times New Roman"/>
              </a:rPr>
              <a:t> lãnh đạo thúc đẩy </a:t>
            </a:r>
            <a:r>
              <a:rPr lang="vi-VN" sz="1200" dirty="0" err="1">
                <a:solidFill>
                  <a:schemeClr val="tx1"/>
                </a:solidFill>
                <a:latin typeface="Times New Roman"/>
                <a:cs typeface="Times New Roman"/>
              </a:rPr>
              <a:t>Digital</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Transformation</a:t>
            </a:r>
            <a:r>
              <a:rPr lang="vi-VN" sz="1200" dirty="0">
                <a:solidFill>
                  <a:schemeClr val="tx1"/>
                </a:solidFill>
                <a:latin typeface="Times New Roman"/>
                <a:cs typeface="Times New Roman"/>
              </a:rPr>
              <a:t> &amp; </a:t>
            </a:r>
            <a:r>
              <a:rPr lang="vi-VN" sz="1200" dirty="0" err="1">
                <a:solidFill>
                  <a:schemeClr val="tx1"/>
                </a:solidFill>
                <a:latin typeface="Times New Roman"/>
                <a:cs typeface="Times New Roman"/>
              </a:rPr>
              <a:t>Smart</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Factory</a:t>
            </a:r>
            <a:r>
              <a:rPr lang="vi-VN" sz="1200" dirty="0">
                <a:solidFill>
                  <a:schemeClr val="tx1"/>
                </a:solidFill>
                <a:latin typeface="Times New Roman"/>
                <a:cs typeface="Times New Roman"/>
              </a:rPr>
              <a:t> (SAP/MES/</a:t>
            </a:r>
            <a:r>
              <a:rPr lang="vi-VN" sz="1200" dirty="0" err="1">
                <a:solidFill>
                  <a:schemeClr val="tx1"/>
                </a:solidFill>
                <a:latin typeface="Times New Roman"/>
                <a:cs typeface="Times New Roman"/>
              </a:rPr>
              <a:t>IoT</a:t>
            </a:r>
            <a:r>
              <a:rPr lang="vi-VN" sz="1200" dirty="0">
                <a:solidFill>
                  <a:schemeClr val="tx1"/>
                </a:solidFill>
                <a:latin typeface="Times New Roman"/>
                <a:cs typeface="Times New Roman"/>
              </a:rPr>
              <a:t>)</a:t>
            </a:r>
          </a:p>
          <a:p>
            <a:pPr marL="228600" indent="-228600">
              <a:buAutoNum type="arabicPeriod"/>
            </a:pPr>
            <a:r>
              <a:rPr lang="vi-VN" sz="1200" dirty="0">
                <a:solidFill>
                  <a:schemeClr val="tx1"/>
                </a:solidFill>
                <a:latin typeface="Times New Roman"/>
                <a:cs typeface="Times New Roman"/>
              </a:rPr>
              <a:t>Nhu cầu tự động hóa sản xuất ngày càng tăng (QC, </a:t>
            </a:r>
            <a:r>
              <a:rPr lang="vi-VN" sz="1200" dirty="0">
                <a:solidFill>
                  <a:schemeClr val="tx1"/>
                </a:solidFill>
                <a:latin typeface="Times New Roman"/>
                <a:ea typeface="+mn-lt"/>
                <a:cs typeface="Times New Roman"/>
              </a:rPr>
              <a:t>kho</a:t>
            </a:r>
            <a:r>
              <a:rPr lang="vi-VN" sz="1200" dirty="0">
                <a:solidFill>
                  <a:schemeClr val="tx1"/>
                </a:solidFill>
                <a:latin typeface="Times New Roman"/>
                <a:cs typeface="Times New Roman"/>
              </a:rPr>
              <a:t>, sản xuất </a:t>
            </a:r>
            <a:r>
              <a:rPr lang="vi-VN" sz="1200" dirty="0">
                <a:solidFill>
                  <a:schemeClr val="tx1"/>
                </a:solidFill>
                <a:latin typeface="Times New Roman"/>
                <a:ea typeface="+mn-lt"/>
                <a:cs typeface="Times New Roman"/>
              </a:rPr>
              <a:t>thời gian thực)</a:t>
            </a:r>
            <a:endParaRPr lang="vi-VN" dirty="0">
              <a:solidFill>
                <a:schemeClr val="tx1"/>
              </a:solidFill>
            </a:endParaRPr>
          </a:p>
          <a:p>
            <a:pPr marL="228600" indent="-228600">
              <a:buAutoNum type="arabicPeriod"/>
            </a:pPr>
            <a:r>
              <a:rPr lang="vi-VN" sz="1200" dirty="0">
                <a:solidFill>
                  <a:schemeClr val="tx1"/>
                </a:solidFill>
                <a:latin typeface="Times New Roman"/>
                <a:cs typeface="Times New Roman"/>
              </a:rPr>
              <a:t>AI, RPA và phân tích dữ liệu có thể giảm mạnh công việc</a:t>
            </a:r>
            <a:br>
              <a:rPr lang="vi-VN" sz="1200" dirty="0">
                <a:solidFill>
                  <a:schemeClr val="tx1"/>
                </a:solidFill>
                <a:latin typeface="Times New Roman"/>
                <a:cs typeface="Times New Roman"/>
              </a:rPr>
            </a:br>
            <a:r>
              <a:rPr lang="vi-VN" sz="1200" dirty="0">
                <a:solidFill>
                  <a:schemeClr val="tx1"/>
                </a:solidFill>
                <a:latin typeface="Times New Roman"/>
                <a:cs typeface="Times New Roman"/>
              </a:rPr>
              <a:t>thủ công</a:t>
            </a:r>
          </a:p>
          <a:p>
            <a:pPr marL="228600" indent="-228600">
              <a:buAutoNum type="arabicPeriod"/>
            </a:pPr>
            <a:r>
              <a:rPr lang="vi-VN" sz="1200" dirty="0">
                <a:solidFill>
                  <a:schemeClr val="tx1"/>
                </a:solidFill>
                <a:latin typeface="Times New Roman"/>
                <a:ea typeface="+mn-lt"/>
                <a:cs typeface="Times New Roman"/>
              </a:rPr>
              <a:t>Lãnh đạo quan tâm nhiều hơn đến bảo mật → điều kiện</a:t>
            </a:r>
            <a:r>
              <a:rPr lang="vi-VN" sz="1200" dirty="0">
                <a:solidFill>
                  <a:schemeClr val="tx1"/>
                </a:solidFill>
                <a:latin typeface="Times New Roman"/>
                <a:cs typeface="Times New Roman"/>
              </a:rPr>
              <a:t> thuận lợi để đầu tư</a:t>
            </a:r>
            <a:endParaRPr lang="vi-VN" dirty="0">
              <a:solidFill>
                <a:schemeClr val="tx1"/>
              </a:solidFill>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84094" y="1162253"/>
            <a:ext cx="4491318" cy="2666737"/>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Vận hành ổn định các hệ thống lõi (ERP, WMS, PLM, UOF),</a:t>
            </a:r>
            <a:br>
              <a:rPr lang="vi-VN" sz="1200" dirty="0">
                <a:solidFill>
                  <a:schemeClr val="tx1"/>
                </a:solidFill>
                <a:latin typeface="+mj-lt"/>
              </a:rPr>
            </a:br>
            <a:r>
              <a:rPr lang="vi-VN" sz="1200" dirty="0">
                <a:solidFill>
                  <a:schemeClr val="tx1"/>
                </a:solidFill>
                <a:latin typeface="Times New Roman"/>
                <a:cs typeface="Times New Roman"/>
              </a:rPr>
              <a:t>dữ liệu đồng nhất, là nền tảng cho nhà máy thông minh trong tương lai.</a:t>
            </a:r>
          </a:p>
          <a:p>
            <a:pPr marL="228600" indent="-228600">
              <a:buFont typeface="+mj-lt"/>
              <a:buAutoNum type="arabicPeriod"/>
            </a:pPr>
            <a:r>
              <a:rPr lang="vi-VN" sz="1200" dirty="0">
                <a:solidFill>
                  <a:schemeClr val="tx1"/>
                </a:solidFill>
                <a:latin typeface="+mj-lt"/>
              </a:rPr>
              <a:t>Hiểu rõ nghiệp vụ sản xuất cơ khí, hỗ trợ nhanh và chính xác cho các phòng ban</a:t>
            </a:r>
          </a:p>
          <a:p>
            <a:pPr marL="228600" indent="-228600">
              <a:buAutoNum type="arabicPeriod"/>
            </a:pPr>
            <a:r>
              <a:rPr lang="vi-VN" sz="1200" dirty="0">
                <a:solidFill>
                  <a:schemeClr val="tx1"/>
                </a:solidFill>
                <a:latin typeface="Times New Roman"/>
                <a:cs typeface="Times New Roman"/>
              </a:rPr>
              <a:t>Chủ động phối hợp trong công tác bảo mật và tiêu chuẩn hóa: hỗ trợ phòng ATTT trong việc duy trì ISO 27001 và chuẩn bị cho TISAX.</a:t>
            </a:r>
            <a:endParaRPr lang="vi-VN" dirty="0">
              <a:solidFill>
                <a:schemeClr val="tx1"/>
              </a:solidFill>
            </a:endParaRPr>
          </a:p>
          <a:p>
            <a:pPr marL="228600" indent="-228600">
              <a:buAutoNum type="arabicPeriod"/>
            </a:pPr>
            <a:r>
              <a:rPr lang="vi-VN" sz="1200" dirty="0">
                <a:solidFill>
                  <a:schemeClr val="tx1"/>
                </a:solidFill>
                <a:latin typeface="Times New Roman"/>
                <a:cs typeface="Times New Roman"/>
              </a:rPr>
              <a:t>Bộ phận đã triển khai RPA tự động hóa một số các quy trình lặp lại, giúp giảm đáng kể thao tác thủ công</a:t>
            </a:r>
            <a:endParaRPr lang="vi-VN" dirty="0"/>
          </a:p>
          <a:p>
            <a:pPr marL="228600" indent="-228600">
              <a:buAutoNum type="arabicPeriod"/>
            </a:pPr>
            <a:r>
              <a:rPr lang="vi-VN" sz="1200" dirty="0">
                <a:solidFill>
                  <a:schemeClr val="tx1"/>
                </a:solidFill>
                <a:latin typeface="Times New Roman"/>
                <a:cs typeface="Times New Roman"/>
              </a:rPr>
              <a:t>Sẵn sàng học hỏi công nghệ mới như AI hỗ trợ phân tích, giám sát hệ thống và đã có những kinh nghiệm bước đầu </a:t>
            </a:r>
            <a:endParaRPr lang="vi-VN" dirty="0">
              <a:solidFill>
                <a:schemeClr val="tx1"/>
              </a:solidFill>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BẢNG TÓM TẮT SWOT</a:t>
            </a: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941294" y="839524"/>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600" b="1">
                <a:latin typeface="+mj-lt"/>
              </a:rPr>
              <a:t>S-STRENGTHS: (ƯU THẾ)</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7012641" y="1162253"/>
            <a:ext cx="4397188" cy="2549713"/>
          </a:xfrm>
          <a:prstGeom prst="roundRect">
            <a:avLst/>
          </a:prstGeom>
          <a:solidFill>
            <a:schemeClr val="accent2">
              <a:lumMod val="20000"/>
              <a:lumOff val="80000"/>
            </a:schemeClr>
          </a:solidFill>
          <a:ln>
            <a:solidFill>
              <a:schemeClr val="accent2">
                <a:lumMod val="20000"/>
                <a:lumOff val="8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Nhân sự ít trong khi phạm vi công việc rộng: hạ tầng -- hệ thống -- bảo mật -- hỗ trợ -- tự động hóa -- phân tích</a:t>
            </a:r>
          </a:p>
          <a:p>
            <a:pPr marL="228600" indent="-228600">
              <a:buFont typeface="+mj-lt"/>
              <a:buAutoNum type="arabicPeriod"/>
            </a:pPr>
            <a:r>
              <a:rPr lang="vi-VN" sz="1200" dirty="0">
                <a:solidFill>
                  <a:schemeClr val="tx1"/>
                </a:solidFill>
                <a:latin typeface="Times New Roman"/>
                <a:cs typeface="Times New Roman"/>
              </a:rPr>
              <a:t>Thiếu chuyên môn sâu ở AI thực nghiệm, bảo mật nâng cao, phân tích dữ liệu, triển khai dự án lớn</a:t>
            </a:r>
          </a:p>
          <a:p>
            <a:pPr marL="228600" indent="-228600">
              <a:buAutoNum type="arabicPeriod"/>
            </a:pPr>
            <a:r>
              <a:rPr lang="vi-VN" sz="1200" dirty="0">
                <a:solidFill>
                  <a:schemeClr val="tx1"/>
                </a:solidFill>
                <a:latin typeface="Times New Roman"/>
                <a:cs typeface="Times New Roman"/>
              </a:rPr>
              <a:t>Hạ tầng còn truyền thống, chưa được tiêu chuẩn hóa theo định hướng </a:t>
            </a:r>
            <a:r>
              <a:rPr lang="vi-VN" sz="1200" dirty="0" err="1">
                <a:solidFill>
                  <a:schemeClr val="tx1"/>
                </a:solidFill>
                <a:latin typeface="Times New Roman"/>
                <a:cs typeface="Times New Roman"/>
              </a:rPr>
              <a:t>Smart</a:t>
            </a:r>
            <a:r>
              <a:rPr lang="vi-VN" sz="1200" dirty="0">
                <a:solidFill>
                  <a:schemeClr val="tx1"/>
                </a:solidFill>
                <a:latin typeface="Times New Roman"/>
                <a:cs typeface="Times New Roman"/>
              </a:rPr>
              <a:t> </a:t>
            </a:r>
            <a:r>
              <a:rPr lang="vi-VN" sz="1200" dirty="0" err="1">
                <a:solidFill>
                  <a:schemeClr val="tx1"/>
                </a:solidFill>
                <a:latin typeface="Times New Roman"/>
                <a:cs typeface="Times New Roman"/>
              </a:rPr>
              <a:t>Factory</a:t>
            </a:r>
            <a:endParaRPr lang="vi-VN" dirty="0" err="1">
              <a:solidFill>
                <a:schemeClr val="tx1"/>
              </a:solidFill>
            </a:endParaRPr>
          </a:p>
          <a:p>
            <a:pPr marL="228600" indent="-228600">
              <a:buAutoNum type="arabicPeriod"/>
            </a:pPr>
            <a:r>
              <a:rPr lang="vi-VN" sz="1200" dirty="0">
                <a:solidFill>
                  <a:schemeClr val="tx1"/>
                </a:solidFill>
                <a:latin typeface="Times New Roman"/>
                <a:cs typeface="Times New Roman"/>
              </a:rPr>
              <a:t>Thiếu SOP, </a:t>
            </a:r>
            <a:r>
              <a:rPr lang="vi-VN" sz="1200" dirty="0" err="1">
                <a:solidFill>
                  <a:schemeClr val="tx1"/>
                </a:solidFill>
                <a:latin typeface="Times New Roman"/>
                <a:cs typeface="Times New Roman"/>
              </a:rPr>
              <a:t>Runbook</a:t>
            </a:r>
            <a:r>
              <a:rPr lang="vi-VN" sz="1200" dirty="0">
                <a:solidFill>
                  <a:schemeClr val="tx1"/>
                </a:solidFill>
                <a:latin typeface="Times New Roman"/>
                <a:cs typeface="Times New Roman"/>
              </a:rPr>
              <a:t>, kế hoạch dự phòng và quản lý</a:t>
            </a:r>
            <a:br>
              <a:rPr lang="vi-VN" sz="1200" dirty="0">
                <a:solidFill>
                  <a:schemeClr val="tx1"/>
                </a:solidFill>
                <a:latin typeface="Times New Roman"/>
                <a:cs typeface="Times New Roman"/>
              </a:rPr>
            </a:br>
            <a:r>
              <a:rPr lang="vi-VN" sz="1200" dirty="0">
                <a:solidFill>
                  <a:schemeClr val="tx1"/>
                </a:solidFill>
                <a:latin typeface="Times New Roman"/>
                <a:cs typeface="Times New Roman"/>
              </a:rPr>
              <a:t>thay đổi.</a:t>
            </a:r>
            <a:endParaRPr lang="vi-VN" dirty="0">
              <a:solidFill>
                <a:schemeClr val="tx1"/>
              </a:solidFill>
              <a:cs typeface="Arial" panose="020B0604020202020204" pitchFamily="34" charset="0"/>
            </a:endParaRPr>
          </a:p>
          <a:p>
            <a:pPr marL="228600" indent="-228600">
              <a:buFont typeface="+mj-lt"/>
              <a:buAutoNum type="arabicPeriod"/>
            </a:pPr>
            <a:r>
              <a:rPr lang="vi-VN" sz="1200" dirty="0">
                <a:solidFill>
                  <a:schemeClr val="tx1"/>
                </a:solidFill>
                <a:latin typeface="Times New Roman"/>
                <a:cs typeface="Times New Roman"/>
              </a:rPr>
              <a:t>Khó tập trung cho dự án chiến lược vì nhiều công việc vận hành hằng ngày</a:t>
            </a: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941294" y="4044851"/>
            <a:ext cx="3684494"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mj-lt"/>
              </a:rPr>
              <a:t>O-OPPORTUNITIES: (CƠ HỘI)</a:t>
            </a: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368989" y="839524"/>
            <a:ext cx="3684492" cy="64545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600" b="1">
                <a:latin typeface="+mj-lt"/>
              </a:rPr>
              <a:t>W-WEAKNESSES: (NHƯỢC ĐIỂM)</a:t>
            </a:r>
          </a:p>
        </p:txBody>
      </p:sp>
      <p:sp>
        <p:nvSpPr>
          <p:cNvPr id="12" name="Rectangle: Rounded Corners 11">
            <a:extLst>
              <a:ext uri="{FF2B5EF4-FFF2-40B4-BE49-F238E27FC236}">
                <a16:creationId xmlns:a16="http://schemas.microsoft.com/office/drawing/2014/main" id="{ABA77108-2F15-4A58-85A7-35087BA68852}"/>
              </a:ext>
            </a:extLst>
          </p:cNvPr>
          <p:cNvSpPr/>
          <p:nvPr/>
        </p:nvSpPr>
        <p:spPr>
          <a:xfrm>
            <a:off x="7012641" y="4367581"/>
            <a:ext cx="4397188" cy="2327476"/>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200" dirty="0">
              <a:solidFill>
                <a:schemeClr val="tx1"/>
              </a:solidFill>
              <a:latin typeface="+mj-lt"/>
            </a:endParaRPr>
          </a:p>
          <a:p>
            <a:pPr marL="228600" indent="-228600">
              <a:buFont typeface="+mj-lt"/>
              <a:buAutoNum type="arabicPeriod"/>
            </a:pPr>
            <a:r>
              <a:rPr lang="vi-VN" sz="1200" dirty="0">
                <a:solidFill>
                  <a:schemeClr val="tx1"/>
                </a:solidFill>
                <a:latin typeface="Times New Roman"/>
                <a:cs typeface="Times New Roman"/>
              </a:rPr>
              <a:t>Tấn công mạng vào doanh nghiệp sản xuất tăng cao (</a:t>
            </a:r>
            <a:r>
              <a:rPr lang="vi-VN" sz="1200" dirty="0" err="1">
                <a:solidFill>
                  <a:schemeClr val="tx1"/>
                </a:solidFill>
                <a:latin typeface="Times New Roman"/>
                <a:cs typeface="Times New Roman"/>
              </a:rPr>
              <a:t>ransomware</a:t>
            </a:r>
            <a:r>
              <a:rPr lang="vi-VN" sz="1200" dirty="0">
                <a:solidFill>
                  <a:schemeClr val="tx1"/>
                </a:solidFill>
                <a:latin typeface="Times New Roman"/>
                <a:cs typeface="Times New Roman"/>
              </a:rPr>
              <a:t>, chiếm quyền AD, phá dữ liệu)</a:t>
            </a:r>
          </a:p>
          <a:p>
            <a:pPr marL="228600" indent="-228600">
              <a:buFont typeface="+mj-lt"/>
              <a:buAutoNum type="arabicPeriod"/>
            </a:pPr>
            <a:r>
              <a:rPr lang="vi-VN" sz="1200" dirty="0">
                <a:solidFill>
                  <a:schemeClr val="tx1"/>
                </a:solidFill>
                <a:latin typeface="Times New Roman"/>
                <a:cs typeface="Times New Roman"/>
              </a:rPr>
              <a:t>Phụ thuộc vào hệ thống cũ, chi phí cao khi mở rộng hoặc thay đổi và tiềm ẩn rủi ro</a:t>
            </a:r>
          </a:p>
          <a:p>
            <a:pPr marL="228600" indent="-228600">
              <a:buFont typeface="+mj-lt"/>
              <a:buAutoNum type="arabicPeriod"/>
            </a:pPr>
            <a:r>
              <a:rPr lang="vi-VN" sz="1200" dirty="0">
                <a:solidFill>
                  <a:schemeClr val="tx1"/>
                </a:solidFill>
                <a:latin typeface="Times New Roman"/>
                <a:cs typeface="Times New Roman"/>
              </a:rPr>
              <a:t>Thiếu nhân sự có kinh nghiệm ERP--WMS--PLM trên</a:t>
            </a:r>
            <a:br>
              <a:rPr lang="en-US" sz="1200" dirty="0">
                <a:latin typeface="+mj-lt"/>
              </a:rPr>
            </a:br>
            <a:r>
              <a:rPr lang="vi-VN" sz="1200" dirty="0">
                <a:solidFill>
                  <a:schemeClr val="tx1"/>
                </a:solidFill>
                <a:latin typeface="Times New Roman"/>
                <a:cs typeface="Times New Roman"/>
              </a:rPr>
              <a:t>thị trường</a:t>
            </a:r>
          </a:p>
          <a:p>
            <a:pPr marL="228600" indent="-228600">
              <a:buFont typeface="+mj-lt"/>
              <a:buAutoNum type="arabicPeriod"/>
            </a:pPr>
            <a:r>
              <a:rPr lang="vi-VN" sz="1200" dirty="0">
                <a:solidFill>
                  <a:schemeClr val="tx1"/>
                </a:solidFill>
                <a:latin typeface="Times New Roman"/>
                <a:cs typeface="Times New Roman"/>
              </a:rPr>
              <a:t>Nguy cơ quá tải nếu triển khai chuyển đổi số quá nhanh khi chưa đủ năng lực</a:t>
            </a:r>
          </a:p>
          <a:p>
            <a:pPr marL="228600" indent="-228600">
              <a:buFont typeface="+mj-lt"/>
              <a:buAutoNum type="arabicPeriod"/>
            </a:pPr>
            <a:r>
              <a:rPr lang="vi-VN" sz="1200" dirty="0">
                <a:solidFill>
                  <a:schemeClr val="tx1"/>
                </a:solidFill>
                <a:latin typeface="Times New Roman"/>
                <a:cs typeface="Times New Roman"/>
              </a:rPr>
              <a:t>Rủi ro gián đoạn sản xuất nếu sự cố xảy ra trên hệ thống lõi.</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368989" y="4044851"/>
            <a:ext cx="3684491" cy="645459"/>
          </a:xfrm>
          <a:prstGeom prst="round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vi-VN" sz="1600" b="1">
                <a:latin typeface="+mj-lt"/>
              </a:rPr>
              <a:t>T-THREATS:(THÁCH THỨC)</a:t>
            </a:r>
          </a:p>
        </p:txBody>
      </p:sp>
    </p:spTree>
    <p:extLst>
      <p:ext uri="{BB962C8B-B14F-4D97-AF65-F5344CB8AC3E}">
        <p14:creationId xmlns:p14="http://schemas.microsoft.com/office/powerpoint/2010/main" val="128570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9BCC548-3F99-4825-AB82-A5688C0AAF42}"/>
              </a:ext>
            </a:extLst>
          </p:cNvPr>
          <p:cNvPicPr>
            <a:picLocks noChangeAspect="1"/>
          </p:cNvPicPr>
          <p:nvPr/>
        </p:nvPicPr>
        <p:blipFill>
          <a:blip r:embed="rId2"/>
          <a:stretch>
            <a:fillRect/>
          </a:stretch>
        </p:blipFill>
        <p:spPr>
          <a:xfrm>
            <a:off x="4800764" y="2782286"/>
            <a:ext cx="2190750" cy="2066925"/>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411837" y="4369199"/>
            <a:ext cx="4645959" cy="1958608"/>
          </a:xfrm>
          <a:prstGeom prst="roundRect">
            <a:avLst/>
          </a:prstGeom>
          <a:solidFill>
            <a:schemeClr val="accent1">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優先投入基礎架構升級並強化資安防護，同時完善備援方案規劃。</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建置完整的備份與災難復原計畫，並定期進行演練。</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規劃清晰的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IT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角色與職責分工，以降低人力過載風險並避免過度依賴個別人員。</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3918652" y="135683"/>
            <a:ext cx="6199094" cy="523220"/>
          </a:xfrm>
          <a:prstGeom prst="rect">
            <a:avLst/>
          </a:prstGeom>
          <a:noFill/>
        </p:spPr>
        <p:txBody>
          <a:bodyPr wrap="square" rtlCol="0">
            <a:spAutoFit/>
          </a:bodyPr>
          <a:lstStyle/>
          <a:p>
            <a:pPr lvl="1"/>
            <a:r>
              <a:rPr lang="en-US" sz="2800" b="1">
                <a:solidFill>
                  <a:srgbClr val="FF0000"/>
                </a:solidFill>
                <a:latin typeface="Times New Roman" panose="02020603050405020304" pitchFamily="18" charset="0"/>
                <a:cs typeface="Times New Roman" panose="02020603050405020304" pitchFamily="18" charset="0"/>
              </a:rPr>
              <a:t>SO-WO-ST-WT </a:t>
            </a:r>
            <a:r>
              <a:rPr lang="zh-CN" altLang="en-US" sz="2800" b="1">
                <a:solidFill>
                  <a:srgbClr val="FF0000"/>
                </a:solidFill>
                <a:latin typeface="Times New Roman" panose="02020603050405020304" pitchFamily="18" charset="0"/>
                <a:cs typeface="Times New Roman" panose="02020603050405020304" pitchFamily="18" charset="0"/>
              </a:rPr>
              <a:t>策略</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411838" y="1183342"/>
            <a:ext cx="4645959" cy="2066924"/>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從現在開始進行資料與流程標準化，為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 MES</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IoT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做好準備</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擴大生產、品質與倉儲的自動化應用。</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運用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以自動化評估作業</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6797487" y="1183343"/>
            <a:ext cx="4725743" cy="2066924"/>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自現在起推動資料與流程的標準化。</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針對關鍵能力（</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SAP</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ERP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進階、資安、</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實務、資料分析）安排系統化的培訓</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升級基礎設施，確保穩定性與易於維護</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利用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把重複性高的日常運維工作優先自動化，讓團隊能專注於策略性專案。</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基礎架構以“穩定、”易維護為方向逐步升級</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847185" y="3985989"/>
            <a:ext cx="3671048" cy="645459"/>
          </a:xfrm>
          <a:prstGeom prst="roundRect">
            <a:avLst/>
          </a:prstGeom>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S-T </a:t>
            </a:r>
            <a:r>
              <a:rPr lang="zh-TW" altLang="en-US" sz="140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rPr>
              <a:t>策略：利用優勢、降低風險</a:t>
            </a:r>
            <a:endParaRPr lang="vi-VN" sz="1250" b="1" dirty="0">
              <a:solidFill>
                <a:schemeClr val="bg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6797487" y="4381231"/>
            <a:ext cx="4821489" cy="1958609"/>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採取分階段推進的方式，避免同時展開過多專案。</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將 </a:t>
            </a:r>
            <a:r>
              <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SOP</a:t>
            </a: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、備援計畫、異常處理指引與變更管理全面文件化，降低對關鍵人員的依賴。 </a:t>
            </a:r>
            <a:endParaRPr lang="en-US" altLang="zh-TW"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20000"/>
              </a:lnSpc>
              <a:buFont typeface="+mj-lt"/>
              <a:buAutoNum type="arabicPeriod"/>
            </a:pPr>
            <a:r>
              <a:rPr lang="zh-TW" altLang="en-US"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強化自動化處理，逐步減少人工操作可能造成的錯誤。</a:t>
            </a:r>
            <a:endParaRPr lang="vi-VN" sz="1400"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847185" y="750261"/>
            <a:ext cx="3671047" cy="645459"/>
          </a:xfrm>
          <a:prstGeom prst="roundRect">
            <a:avLst/>
          </a:prstGeom>
          <a:solidFill>
            <a:srgbClr val="DCED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S-O</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 </a:t>
            </a: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善用優勢</a:t>
            </a:r>
            <a:endPar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284942" y="653236"/>
            <a:ext cx="3671047" cy="645459"/>
          </a:xfrm>
          <a:prstGeom prst="roundRect">
            <a:avLst/>
          </a:prstGeom>
          <a:solidFill>
            <a:srgbClr val="F8CD78"/>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W-O</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a:t>
            </a:r>
            <a:r>
              <a:rPr lang="vi-VN"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改善弱點</a:t>
            </a:r>
            <a:endParaRPr lang="en-US" sz="1400" b="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284942" y="3985988"/>
            <a:ext cx="3671047" cy="645459"/>
          </a:xfrm>
          <a:prstGeom prst="roundRect">
            <a:avLst/>
          </a:prstGeom>
          <a:solidFill>
            <a:srgbClr val="FFA7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W-T</a:t>
            </a:r>
            <a:r>
              <a:rPr 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策略 </a:t>
            </a:r>
            <a:r>
              <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減少弱點、避免風險</a:t>
            </a:r>
            <a:endParaRPr lang="vi-VN" sz="14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285845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9BCC548-3F99-4825-AB82-A5688C0AAF42}"/>
              </a:ext>
            </a:extLst>
          </p:cNvPr>
          <p:cNvPicPr>
            <a:picLocks noChangeAspect="1"/>
          </p:cNvPicPr>
          <p:nvPr/>
        </p:nvPicPr>
        <p:blipFill>
          <a:blip r:embed="rId2"/>
          <a:stretch>
            <a:fillRect/>
          </a:stretch>
        </p:blipFill>
        <p:spPr>
          <a:xfrm>
            <a:off x="4727201" y="2780077"/>
            <a:ext cx="2190750" cy="2066925"/>
          </a:xfrm>
          <a:prstGeom prst="rect">
            <a:avLst/>
          </a:prstGeom>
        </p:spPr>
      </p:pic>
      <p:sp>
        <p:nvSpPr>
          <p:cNvPr id="9" name="Rectangle: Rounded Corners 8">
            <a:extLst>
              <a:ext uri="{FF2B5EF4-FFF2-40B4-BE49-F238E27FC236}">
                <a16:creationId xmlns:a16="http://schemas.microsoft.com/office/drawing/2014/main" id="{828E729B-B281-4866-B790-FF3CC81F9455}"/>
              </a:ext>
            </a:extLst>
          </p:cNvPr>
          <p:cNvSpPr/>
          <p:nvPr/>
        </p:nvSpPr>
        <p:spPr>
          <a:xfrm>
            <a:off x="363069" y="4356848"/>
            <a:ext cx="4645959" cy="2245660"/>
          </a:xfrm>
          <a:prstGeom prst="roundRect">
            <a:avLst/>
          </a:prstGeom>
          <a:solidFill>
            <a:schemeClr val="accent1">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Ưu tiên đầu tư cho hạ tầng và tăng cường bảo mật, chuẩn bị phương án dự phòng </a:t>
            </a:r>
          </a:p>
          <a:p>
            <a:pPr marL="228600" indent="-228600">
              <a:buAutoNum type="arabicPeriod"/>
            </a:pPr>
            <a:r>
              <a:rPr lang="vi-VN" sz="1400" dirty="0">
                <a:solidFill>
                  <a:schemeClr val="tx1"/>
                </a:solidFill>
                <a:latin typeface="Times New Roman"/>
                <a:cs typeface="Times New Roman"/>
              </a:rPr>
              <a:t>Có kế hoạch sao lưu và khôi phục sau thảm họa, thực hiện diễn tập định kỳ</a:t>
            </a:r>
            <a:endParaRPr lang="vi-VN" dirty="0">
              <a:solidFill>
                <a:srgbClr val="FFFFFF"/>
              </a:solidFill>
              <a:latin typeface="Arial"/>
              <a:cs typeface="Arial"/>
            </a:endParaRPr>
          </a:p>
          <a:p>
            <a:pPr marL="228600" indent="-228600">
              <a:buAutoNum type="arabicPeriod"/>
            </a:pPr>
            <a:r>
              <a:rPr lang="vi-VN" sz="1400" dirty="0">
                <a:solidFill>
                  <a:schemeClr val="tx1"/>
                </a:solidFill>
                <a:latin typeface="Times New Roman"/>
                <a:cs typeface="Times New Roman"/>
              </a:rPr>
              <a:t>Quy hoạch vai trò IT để giảm thiểu rủi ro quá tải, tránh phụ thuộc cá nhân</a:t>
            </a:r>
            <a:endParaRPr lang="vi-VN" dirty="0">
              <a:solidFill>
                <a:schemeClr val="tx1"/>
              </a:solidFill>
              <a:latin typeface="Arial"/>
              <a:cs typeface="Arial" panose="020B0604020202020204" pitchFamily="34" charset="0"/>
            </a:endParaRPr>
          </a:p>
        </p:txBody>
      </p:sp>
      <p:sp>
        <p:nvSpPr>
          <p:cNvPr id="2" name="TextBox 1">
            <a:extLst>
              <a:ext uri="{FF2B5EF4-FFF2-40B4-BE49-F238E27FC236}">
                <a16:creationId xmlns:a16="http://schemas.microsoft.com/office/drawing/2014/main" id="{528AF8CC-8C23-4E1F-9385-9F46F0713E65}"/>
              </a:ext>
            </a:extLst>
          </p:cNvPr>
          <p:cNvSpPr txBox="1"/>
          <p:nvPr/>
        </p:nvSpPr>
        <p:spPr>
          <a:xfrm>
            <a:off x="2796988" y="162943"/>
            <a:ext cx="6199094" cy="523220"/>
          </a:xfrm>
          <a:prstGeom prst="rect">
            <a:avLst/>
          </a:prstGeom>
          <a:noFill/>
        </p:spPr>
        <p:txBody>
          <a:bodyPr wrap="square" rtlCol="0">
            <a:spAutoFit/>
          </a:bodyPr>
          <a:lstStyle/>
          <a:p>
            <a:pPr lvl="1"/>
            <a:r>
              <a:rPr lang="en-US" sz="2800" b="1">
                <a:latin typeface="Times New Roman" panose="02020603050405020304" pitchFamily="18" charset="0"/>
                <a:cs typeface="Times New Roman" panose="02020603050405020304" pitchFamily="18" charset="0"/>
              </a:rPr>
              <a:t>CHIẾN L</a:t>
            </a:r>
            <a:r>
              <a:rPr lang="vi-VN" sz="2800" b="1">
                <a:latin typeface="Times New Roman" panose="02020603050405020304" pitchFamily="18" charset="0"/>
                <a:cs typeface="Times New Roman" panose="02020603050405020304" pitchFamily="18" charset="0"/>
              </a:rPr>
              <a:t>Ư</a:t>
            </a:r>
            <a:r>
              <a:rPr lang="en-US" sz="2800" b="1">
                <a:latin typeface="Times New Roman" panose="02020603050405020304" pitchFamily="18" charset="0"/>
                <a:cs typeface="Times New Roman" panose="02020603050405020304" pitchFamily="18" charset="0"/>
              </a:rPr>
              <a:t>ỢC SO-WO-ST-WT</a:t>
            </a:r>
          </a:p>
        </p:txBody>
      </p:sp>
      <p:sp>
        <p:nvSpPr>
          <p:cNvPr id="5" name="Rectangle: Rounded Corners 4">
            <a:extLst>
              <a:ext uri="{FF2B5EF4-FFF2-40B4-BE49-F238E27FC236}">
                <a16:creationId xmlns:a16="http://schemas.microsoft.com/office/drawing/2014/main" id="{7395D874-5EBF-4B15-8AC9-F964260C62E7}"/>
              </a:ext>
            </a:extLst>
          </p:cNvPr>
          <p:cNvSpPr/>
          <p:nvPr/>
        </p:nvSpPr>
        <p:spPr>
          <a:xfrm>
            <a:off x="363070" y="1183341"/>
            <a:ext cx="4645959" cy="2245659"/>
          </a:xfrm>
          <a:prstGeom prst="round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mj-lt"/>
              <a:buAutoNum type="arabicPeriod"/>
            </a:pPr>
            <a:r>
              <a:rPr lang="vi-VN" sz="1400" dirty="0">
                <a:solidFill>
                  <a:schemeClr val="tx1"/>
                </a:solidFill>
                <a:latin typeface="Times New Roman"/>
                <a:cs typeface="Times New Roman"/>
              </a:rPr>
              <a:t>Chuẩn hóa dữ liệu và quy trình ngay từ bây giờ, chuẩn bị cho SAP</a:t>
            </a:r>
            <a:r>
              <a:rPr lang="en-US" sz="1400" dirty="0">
                <a:solidFill>
                  <a:schemeClr val="tx1"/>
                </a:solidFill>
                <a:latin typeface="+mj-lt"/>
              </a:rPr>
              <a:t>/</a:t>
            </a:r>
            <a:r>
              <a:rPr lang="vi-VN" sz="1400" dirty="0">
                <a:solidFill>
                  <a:schemeClr val="tx1"/>
                </a:solidFill>
                <a:latin typeface="Times New Roman"/>
                <a:cs typeface="Times New Roman"/>
              </a:rPr>
              <a:t>MES/</a:t>
            </a:r>
            <a:r>
              <a:rPr lang="vi-VN" sz="1400" dirty="0" err="1">
                <a:solidFill>
                  <a:schemeClr val="tx1"/>
                </a:solidFill>
                <a:latin typeface="Times New Roman"/>
                <a:cs typeface="Times New Roman"/>
              </a:rPr>
              <a:t>IoT</a:t>
            </a:r>
          </a:p>
          <a:p>
            <a:pPr marL="228600" indent="-228600">
              <a:buFont typeface="+mj-lt"/>
              <a:buAutoNum type="arabicPeriod"/>
            </a:pPr>
            <a:r>
              <a:rPr lang="vi-VN" sz="1400" dirty="0">
                <a:solidFill>
                  <a:schemeClr val="tx1"/>
                </a:solidFill>
                <a:latin typeface="Times New Roman"/>
                <a:cs typeface="Times New Roman"/>
              </a:rPr>
              <a:t>Mở rộng tự động hóa cho sản xuất -- chất lượng -- kho</a:t>
            </a:r>
          </a:p>
          <a:p>
            <a:pPr marL="228600" indent="-228600">
              <a:buFont typeface="+mj-lt"/>
              <a:buAutoNum type="arabicPeriod"/>
            </a:pPr>
            <a:r>
              <a:rPr lang="vi-VN" sz="1400" dirty="0">
                <a:solidFill>
                  <a:schemeClr val="tx1"/>
                </a:solidFill>
                <a:latin typeface="Times New Roman"/>
                <a:cs typeface="Times New Roman"/>
              </a:rPr>
              <a:t>Ứng dụng AI để tự động giá </a:t>
            </a:r>
          </a:p>
        </p:txBody>
      </p:sp>
      <p:sp>
        <p:nvSpPr>
          <p:cNvPr id="7" name="Rectangle: Rounded Corners 6">
            <a:extLst>
              <a:ext uri="{FF2B5EF4-FFF2-40B4-BE49-F238E27FC236}">
                <a16:creationId xmlns:a16="http://schemas.microsoft.com/office/drawing/2014/main" id="{09ECCBD9-5314-4B32-A087-3CC61077BF94}"/>
              </a:ext>
            </a:extLst>
          </p:cNvPr>
          <p:cNvSpPr/>
          <p:nvPr/>
        </p:nvSpPr>
        <p:spPr>
          <a:xfrm>
            <a:off x="6797487" y="1183342"/>
            <a:ext cx="4645959" cy="2303930"/>
          </a:xfrm>
          <a:prstGeom prst="roundRect">
            <a:avLst/>
          </a:prstGeom>
          <a:solidFill>
            <a:schemeClr val="accent4">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Calibri Light" panose="020F0302020204030204"/>
              <a:buAutoNum type="arabicPeriod"/>
            </a:pPr>
            <a:endParaRPr lang="vi-VN" sz="1400" dirty="0">
              <a:solidFill>
                <a:schemeClr val="tx1"/>
              </a:solidFill>
              <a:latin typeface="Times New Roman"/>
              <a:ea typeface="Calibri Light" panose="020F0302020204030204"/>
              <a:cs typeface="Times New Roman"/>
            </a:endParaRPr>
          </a:p>
          <a:p>
            <a:pPr marL="228600" indent="-228600">
              <a:buFont typeface="Calibri Light" panose="020F0302020204030204"/>
              <a:buAutoNum type="arabicPeriod"/>
            </a:pPr>
            <a:r>
              <a:rPr lang="vi-VN" sz="1400" dirty="0">
                <a:solidFill>
                  <a:schemeClr val="tx1"/>
                </a:solidFill>
                <a:latin typeface="Times New Roman"/>
                <a:cs typeface="Times New Roman"/>
              </a:rPr>
              <a:t>Chuẩn hóa dữ liệu và quy trình ngay từ hiện tại</a:t>
            </a:r>
          </a:p>
          <a:p>
            <a:pPr marL="228600" indent="-228600">
              <a:buAutoNum type="arabicPeriod"/>
            </a:pPr>
            <a:r>
              <a:rPr lang="vi-VN" sz="1400" dirty="0">
                <a:solidFill>
                  <a:schemeClr val="tx1"/>
                </a:solidFill>
                <a:latin typeface="Times New Roman"/>
                <a:cs typeface="Times New Roman"/>
              </a:rPr>
              <a:t>Đào tạo chuyên sâu SAP/ERP nâng cao, bảo mật, AI thực nghiệm, phân tích dữ liệu</a:t>
            </a:r>
            <a:endParaRPr lang="vi-VN"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Dùng RPA/AI để giảm tải vận hành và tập trung vào các dự án chiến lược</a:t>
            </a:r>
            <a:endParaRPr lang="vi-VN" dirty="0">
              <a:solidFill>
                <a:schemeClr val="tx1"/>
              </a:solidFill>
              <a:latin typeface="Times New Roman"/>
              <a:cs typeface="Times New Roman"/>
            </a:endParaRPr>
          </a:p>
          <a:p>
            <a:pPr marL="228600" indent="-228600">
              <a:buFont typeface="+mj-lt"/>
              <a:buAutoNum type="arabicPeriod"/>
            </a:pPr>
            <a:r>
              <a:rPr lang="vi-VN" sz="1400" dirty="0">
                <a:solidFill>
                  <a:schemeClr val="tx1"/>
                </a:solidFill>
                <a:latin typeface="Times New Roman"/>
                <a:cs typeface="Times New Roman"/>
              </a:rPr>
              <a:t>Nâng cấp hạ tầng theo hướng ổn định-- dễ bảo trì</a:t>
            </a:r>
          </a:p>
        </p:txBody>
      </p:sp>
      <p:sp>
        <p:nvSpPr>
          <p:cNvPr id="8" name="Rectangle: Rounded Corners 7">
            <a:extLst>
              <a:ext uri="{FF2B5EF4-FFF2-40B4-BE49-F238E27FC236}">
                <a16:creationId xmlns:a16="http://schemas.microsoft.com/office/drawing/2014/main" id="{08ECE1AD-DFE5-4867-A563-03E72EA09047}"/>
              </a:ext>
            </a:extLst>
          </p:cNvPr>
          <p:cNvSpPr/>
          <p:nvPr/>
        </p:nvSpPr>
        <p:spPr>
          <a:xfrm>
            <a:off x="798417" y="4034117"/>
            <a:ext cx="3671048" cy="645459"/>
          </a:xfrm>
          <a:prstGeom prst="roundRect">
            <a:avLst/>
          </a:prstGeom>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1400" b="1">
                <a:solidFill>
                  <a:srgbClr val="0000FF"/>
                </a:solidFill>
                <a:latin typeface="+mj-lt"/>
              </a:rPr>
              <a:t>CHIẾN LƯỢC S-T:</a:t>
            </a:r>
          </a:p>
          <a:p>
            <a:pPr algn="ctr"/>
            <a:r>
              <a:rPr lang="vi-VN" sz="1250" b="1">
                <a:latin typeface="+mj-lt"/>
              </a:rPr>
              <a:t>DÙNG ĐIỂM MẠNH ĐỂ GIẢM THIỂU RỦI RO</a:t>
            </a:r>
          </a:p>
        </p:txBody>
      </p:sp>
      <p:sp>
        <p:nvSpPr>
          <p:cNvPr id="11" name="Rectangle: Rounded Corners 10">
            <a:extLst>
              <a:ext uri="{FF2B5EF4-FFF2-40B4-BE49-F238E27FC236}">
                <a16:creationId xmlns:a16="http://schemas.microsoft.com/office/drawing/2014/main" id="{BF0A8448-B32D-482B-A42F-BED4E203D9D5}"/>
              </a:ext>
            </a:extLst>
          </p:cNvPr>
          <p:cNvSpPr/>
          <p:nvPr/>
        </p:nvSpPr>
        <p:spPr>
          <a:xfrm>
            <a:off x="6797487" y="4356848"/>
            <a:ext cx="4740089" cy="2245660"/>
          </a:xfrm>
          <a:prstGeom prst="roundRect">
            <a:avLst/>
          </a:prstGeom>
          <a:solidFill>
            <a:srgbClr val="FFC5C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endParaRPr lang="vi-VN" sz="1400" dirty="0">
              <a:solidFill>
                <a:schemeClr val="tx1"/>
              </a:solidFill>
              <a:latin typeface="Times New Roman"/>
              <a:cs typeface="Times New Roman"/>
            </a:endParaRPr>
          </a:p>
          <a:p>
            <a:pPr marL="228600" indent="-228600">
              <a:buAutoNum type="arabicPeriod"/>
            </a:pPr>
            <a:r>
              <a:rPr lang="vi-VN" sz="1400" dirty="0">
                <a:solidFill>
                  <a:schemeClr val="tx1"/>
                </a:solidFill>
                <a:latin typeface="Times New Roman"/>
                <a:cs typeface="Times New Roman"/>
              </a:rPr>
              <a:t>Triển khai theo giai đoạn, không mở nhiều dự án cùng lúc</a:t>
            </a:r>
            <a:endParaRPr lang="vi-VN" dirty="0">
              <a:solidFill>
                <a:schemeClr val="tx1"/>
              </a:solidFill>
            </a:endParaRPr>
          </a:p>
          <a:p>
            <a:pPr marL="228600" indent="-228600">
              <a:buAutoNum type="arabicPeriod"/>
            </a:pPr>
            <a:r>
              <a:rPr lang="vi-VN" sz="1400" dirty="0">
                <a:solidFill>
                  <a:schemeClr val="tx1"/>
                </a:solidFill>
                <a:latin typeface="Times New Roman"/>
                <a:cs typeface="Times New Roman"/>
              </a:rPr>
              <a:t>Tài liệu hóa SOP, kế hoạch dự phòng, hướng dẫn xử lý sự cố, quản lý thay đổi à giảm phụ thuộc vào nhân sự</a:t>
            </a:r>
            <a:br>
              <a:rPr lang="vi-VN" sz="1400" dirty="0">
                <a:solidFill>
                  <a:schemeClr val="tx1"/>
                </a:solidFill>
                <a:latin typeface="Times New Roman"/>
                <a:cs typeface="Times New Roman"/>
              </a:rPr>
            </a:br>
            <a:r>
              <a:rPr lang="vi-VN" sz="1400" dirty="0">
                <a:solidFill>
                  <a:schemeClr val="tx1"/>
                </a:solidFill>
                <a:latin typeface="Times New Roman"/>
                <a:cs typeface="Times New Roman"/>
              </a:rPr>
              <a:t>chủ chốt</a:t>
            </a:r>
            <a:endParaRPr lang="vi-VN" dirty="0">
              <a:solidFill>
                <a:schemeClr val="tx1"/>
              </a:solidFill>
              <a:latin typeface="Times New Roman"/>
              <a:cs typeface="Times New Roman"/>
            </a:endParaRPr>
          </a:p>
          <a:p>
            <a:pPr marL="228600" indent="-228600">
              <a:buFontTx/>
              <a:buAutoNum type="arabicPeriod"/>
            </a:pPr>
            <a:r>
              <a:rPr lang="vi-VN" sz="1400" dirty="0">
                <a:solidFill>
                  <a:schemeClr val="tx1"/>
                </a:solidFill>
                <a:latin typeface="Times New Roman"/>
                <a:cs typeface="Times New Roman"/>
              </a:rPr>
              <a:t>Tăng cường tự động hóa để giảm sai xót do thao tác</a:t>
            </a:r>
            <a:br>
              <a:rPr lang="vi-VN" sz="1400" dirty="0">
                <a:solidFill>
                  <a:schemeClr val="tx1"/>
                </a:solidFill>
                <a:latin typeface="Times New Roman"/>
                <a:cs typeface="Times New Roman"/>
              </a:rPr>
            </a:br>
            <a:r>
              <a:rPr lang="vi-VN" sz="1400" dirty="0">
                <a:solidFill>
                  <a:schemeClr val="tx1"/>
                </a:solidFill>
                <a:latin typeface="Times New Roman"/>
                <a:cs typeface="Times New Roman"/>
              </a:rPr>
              <a:t>thủ công</a:t>
            </a:r>
            <a:endParaRPr lang="vi-VN" dirty="0">
              <a:solidFill>
                <a:schemeClr val="tx1"/>
              </a:solidFill>
            </a:endParaRPr>
          </a:p>
        </p:txBody>
      </p:sp>
      <p:sp>
        <p:nvSpPr>
          <p:cNvPr id="4" name="Rectangle: Rounded Corners 3">
            <a:extLst>
              <a:ext uri="{FF2B5EF4-FFF2-40B4-BE49-F238E27FC236}">
                <a16:creationId xmlns:a16="http://schemas.microsoft.com/office/drawing/2014/main" id="{CC9EF27F-4288-41E5-9B56-2593EFE436C4}"/>
              </a:ext>
            </a:extLst>
          </p:cNvPr>
          <p:cNvSpPr/>
          <p:nvPr/>
        </p:nvSpPr>
        <p:spPr>
          <a:xfrm>
            <a:off x="798417" y="857208"/>
            <a:ext cx="3671047" cy="645459"/>
          </a:xfrm>
          <a:prstGeom prst="roundRect">
            <a:avLst/>
          </a:prstGeom>
          <a:solidFill>
            <a:srgbClr val="DCED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vi-VN" sz="1400" b="1">
                <a:solidFill>
                  <a:srgbClr val="0000FF"/>
                </a:solidFill>
                <a:latin typeface="+mj-lt"/>
              </a:rPr>
              <a:t>CHIẾN LƯỢC S-O:</a:t>
            </a:r>
            <a:endParaRPr lang="en-US" sz="1400" b="1">
              <a:solidFill>
                <a:srgbClr val="0000FF"/>
              </a:solidFill>
              <a:latin typeface="+mj-lt"/>
            </a:endParaRPr>
          </a:p>
          <a:p>
            <a:pPr algn="ctr"/>
            <a:r>
              <a:rPr lang="vi-VN" sz="1400" b="1">
                <a:solidFill>
                  <a:schemeClr val="tx1"/>
                </a:solidFill>
                <a:latin typeface="+mj-lt"/>
              </a:rPr>
              <a:t>TẬN DỤNG ƯU THẾ</a:t>
            </a:r>
          </a:p>
        </p:txBody>
      </p:sp>
      <p:sp>
        <p:nvSpPr>
          <p:cNvPr id="6" name="Rectangle: Rounded Corners 5">
            <a:extLst>
              <a:ext uri="{FF2B5EF4-FFF2-40B4-BE49-F238E27FC236}">
                <a16:creationId xmlns:a16="http://schemas.microsoft.com/office/drawing/2014/main" id="{4D07DE75-A9E5-4A16-9744-819357C840DB}"/>
              </a:ext>
            </a:extLst>
          </p:cNvPr>
          <p:cNvSpPr/>
          <p:nvPr/>
        </p:nvSpPr>
        <p:spPr>
          <a:xfrm>
            <a:off x="7284942" y="940663"/>
            <a:ext cx="3671047" cy="645459"/>
          </a:xfrm>
          <a:prstGeom prst="roundRect">
            <a:avLst/>
          </a:prstGeom>
          <a:solidFill>
            <a:srgbClr val="F8CD78"/>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vi-VN" sz="1400" b="1">
                <a:solidFill>
                  <a:srgbClr val="0000FF"/>
                </a:solidFill>
                <a:latin typeface="+mj-lt"/>
              </a:rPr>
              <a:t>CHIẾN LƯỢC W-O:</a:t>
            </a:r>
            <a:endParaRPr lang="en-US" sz="1400" b="1">
              <a:solidFill>
                <a:srgbClr val="0000FF"/>
              </a:solidFill>
              <a:latin typeface="+mj-lt"/>
            </a:endParaRPr>
          </a:p>
          <a:p>
            <a:pPr algn="ctr"/>
            <a:r>
              <a:rPr lang="vi-VN" sz="1400" b="1">
                <a:solidFill>
                  <a:schemeClr val="tx1"/>
                </a:solidFill>
                <a:latin typeface="+mj-lt"/>
              </a:rPr>
              <a:t>KHẮC PHỤC</a:t>
            </a:r>
            <a:r>
              <a:rPr lang="en-US" sz="1400" b="1">
                <a:solidFill>
                  <a:schemeClr val="tx1"/>
                </a:solidFill>
                <a:latin typeface="+mj-lt"/>
              </a:rPr>
              <a:t> </a:t>
            </a:r>
            <a:r>
              <a:rPr lang="vi-VN" sz="1400" b="1">
                <a:solidFill>
                  <a:schemeClr val="tx1"/>
                </a:solidFill>
                <a:latin typeface="+mj-lt"/>
              </a:rPr>
              <a:t>NHƯỢC ĐIỂM</a:t>
            </a:r>
          </a:p>
        </p:txBody>
      </p:sp>
      <p:sp>
        <p:nvSpPr>
          <p:cNvPr id="10" name="Rectangle: Rounded Corners 9">
            <a:extLst>
              <a:ext uri="{FF2B5EF4-FFF2-40B4-BE49-F238E27FC236}">
                <a16:creationId xmlns:a16="http://schemas.microsoft.com/office/drawing/2014/main" id="{23675FE4-6229-4A26-8397-8DC5AB036776}"/>
              </a:ext>
            </a:extLst>
          </p:cNvPr>
          <p:cNvSpPr/>
          <p:nvPr/>
        </p:nvSpPr>
        <p:spPr>
          <a:xfrm>
            <a:off x="7164626" y="4034117"/>
            <a:ext cx="3671047" cy="645459"/>
          </a:xfrm>
          <a:prstGeom prst="roundRect">
            <a:avLst/>
          </a:prstGeom>
          <a:solidFill>
            <a:srgbClr val="FFA7A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vi-VN" sz="1400" b="1">
                <a:solidFill>
                  <a:srgbClr val="0000FF"/>
                </a:solidFill>
                <a:latin typeface="+mj-lt"/>
              </a:rPr>
              <a:t>CHIẾN LƯỢC W-T:</a:t>
            </a:r>
          </a:p>
          <a:p>
            <a:pPr algn="ctr"/>
            <a:r>
              <a:rPr lang="vi-VN" sz="1250" b="1">
                <a:solidFill>
                  <a:schemeClr val="tx1"/>
                </a:solidFill>
                <a:latin typeface="+mj-lt"/>
              </a:rPr>
              <a:t>GIẢM THIỂU ĐIỂM YẾU VÀ TRÁNH RỦI </a:t>
            </a:r>
            <a:r>
              <a:rPr lang="en-US" sz="1250" b="1">
                <a:solidFill>
                  <a:schemeClr val="tx1"/>
                </a:solidFill>
                <a:latin typeface="Times New Roman" panose="02020603050405020304" pitchFamily="18" charset="0"/>
                <a:cs typeface="Times New Roman" panose="02020603050405020304" pitchFamily="18" charset="0"/>
              </a:rPr>
              <a:t>RO</a:t>
            </a:r>
            <a:endParaRPr lang="vi-VN" sz="125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926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F1258-757D-4F02-A079-1CF434F038AF}"/>
              </a:ext>
            </a:extLst>
          </p:cNvPr>
          <p:cNvSpPr txBox="1"/>
          <p:nvPr/>
        </p:nvSpPr>
        <p:spPr>
          <a:xfrm>
            <a:off x="2152473" y="179882"/>
            <a:ext cx="7887054" cy="523220"/>
          </a:xfrm>
          <a:prstGeom prst="rect">
            <a:avLst/>
          </a:prstGeom>
          <a:noFill/>
        </p:spPr>
        <p:txBody>
          <a:bodyPr wrap="square" rtlCol="0">
            <a:spAutoFit/>
          </a:bodyPr>
          <a:lstStyle/>
          <a:p>
            <a:pPr lvl="1" algn="ct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未來 </a:t>
            </a:r>
            <a:r>
              <a:rPr lang="en-US" altLang="zh-TW"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6〜12 </a:t>
            </a: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個月的 </a:t>
            </a:r>
            <a:r>
              <a:rPr lang="en-US" altLang="zh-TW"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5 </a:t>
            </a:r>
            <a:r>
              <a:rPr lang="zh-TW" alt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項優先行動</a:t>
            </a:r>
            <a:endParaRPr lang="en-US" sz="28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36" name="Group 35">
            <a:extLst>
              <a:ext uri="{FF2B5EF4-FFF2-40B4-BE49-F238E27FC236}">
                <a16:creationId xmlns:a16="http://schemas.microsoft.com/office/drawing/2014/main" id="{B58899F7-8957-4878-B162-0D4AA3F27452}"/>
              </a:ext>
            </a:extLst>
          </p:cNvPr>
          <p:cNvGrpSpPr/>
          <p:nvPr/>
        </p:nvGrpSpPr>
        <p:grpSpPr>
          <a:xfrm>
            <a:off x="705854" y="944428"/>
            <a:ext cx="11265567" cy="5494116"/>
            <a:chOff x="288995" y="1092346"/>
            <a:chExt cx="11265567" cy="5494116"/>
          </a:xfrm>
        </p:grpSpPr>
        <p:sp>
          <p:nvSpPr>
            <p:cNvPr id="4" name="Rectangle: Rounded Corners 3">
              <a:extLst>
                <a:ext uri="{FF2B5EF4-FFF2-40B4-BE49-F238E27FC236}">
                  <a16:creationId xmlns:a16="http://schemas.microsoft.com/office/drawing/2014/main" id="{CACAC62C-BBC1-4DA1-BACC-B0EDE2B0DA5E}"/>
                </a:ext>
              </a:extLst>
            </p:cNvPr>
            <p:cNvSpPr/>
            <p:nvPr/>
          </p:nvSpPr>
          <p:spPr>
            <a:xfrm>
              <a:off x="3094766" y="1092346"/>
              <a:ext cx="6611424" cy="905007"/>
            </a:xfrm>
            <a:prstGeom prst="roundRect">
              <a:avLst/>
            </a:prstGeom>
            <a:solidFill>
              <a:schemeClr val="accent2">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協助強化資安措施、防護機制與系統監控能力。</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將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AD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管理、存取權限控管與帳號分離加以落實，避免共用帳號</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為關鍵系統制定完整的備份策略並定期進行演練</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147CBFD6-AC3C-48D2-947D-7CFCDFF417E5}"/>
                </a:ext>
              </a:extLst>
            </p:cNvPr>
            <p:cNvSpPr/>
            <p:nvPr/>
          </p:nvSpPr>
          <p:spPr>
            <a:xfrm>
              <a:off x="4156505" y="2110830"/>
              <a:ext cx="6611424" cy="1113140"/>
            </a:xfrm>
            <a:prstGeom prst="roundRect">
              <a:avLst/>
            </a:prstGeom>
            <a:solidFill>
              <a:schemeClr val="accent4">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基礎架構穩定與升級</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確認需要更換主機的老化或即將到期的系統，設備。同時儲存，最佳化虛擬化架構與備援系統。</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建置系統監控</a:t>
              </a:r>
              <a:r>
                <a:rPr lang="zh-CN" altLang="en-US" sz="1400" dirty="0">
                  <a:latin typeface="Times New Roman" panose="02020603050405020304" pitchFamily="18" charset="0"/>
                  <a:ea typeface="Microsoft JhengHei" panose="020B0604030504040204" pitchFamily="34" charset="-120"/>
                  <a:cs typeface="Times New Roman" panose="02020603050405020304" pitchFamily="18" charset="0"/>
                </a:rPr>
                <a:t>戰情室</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（整合監控、警示與日誌分析）</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FD0FA76D-4AB2-4BA1-ACF1-D1F7C389075E}"/>
                </a:ext>
              </a:extLst>
            </p:cNvPr>
            <p:cNvSpPr/>
            <p:nvPr/>
          </p:nvSpPr>
          <p:spPr>
            <a:xfrm>
              <a:off x="4788494" y="3414347"/>
              <a:ext cx="6766068" cy="888395"/>
            </a:xfrm>
            <a:prstGeom prst="roundRect">
              <a:avLst/>
            </a:prstGeom>
            <a:solidFill>
              <a:schemeClr val="accent6">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擴展內部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RPA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與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AI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自動化</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自動化各項流程，例如日誌分析、定期檢查、工單分類。</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檢視各部門間的流程（倉庫、品管、採購、生產</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），選擇高效的方案。</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D8022ADB-2470-4071-B5F5-6A75050E983C}"/>
                </a:ext>
              </a:extLst>
            </p:cNvPr>
            <p:cNvSpPr/>
            <p:nvPr/>
          </p:nvSpPr>
          <p:spPr>
            <a:xfrm>
              <a:off x="4156505" y="4493119"/>
              <a:ext cx="7073204" cy="1028464"/>
            </a:xfrm>
            <a:prstGeom prst="roundRect">
              <a:avLst/>
            </a:prstGeom>
            <a:solidFill>
              <a:srgbClr val="FFC5C5"/>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標準化資料與流程</a:t>
              </a:r>
            </a:p>
            <a:p>
              <a:pPr marL="742950" lvl="1" indent="-285750">
                <a:lnSpc>
                  <a:spcPct val="120000"/>
                </a:lnSpc>
                <a:buFont typeface="Wingdings" panose="05000000000000000000" pitchFamily="2" charset="2"/>
                <a:buChar char="Ø"/>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標準化各類資料，如客戶代碼、產品代碼等，統一命名規則與資料編碼，以便系統整合及 </a:t>
              </a:r>
              <a:r>
                <a:rPr lang="en-US" altLang="zh-TW" sz="1300" dirty="0">
                  <a:latin typeface="Times New Roman" panose="02020603050405020304" pitchFamily="18" charset="0"/>
                  <a:ea typeface="Microsoft JhengHei" panose="020B0604030504040204" pitchFamily="34" charset="-120"/>
                  <a:cs typeface="Times New Roman" panose="02020603050405020304" pitchFamily="18" charset="0"/>
                </a:rPr>
                <a:t>SAP/MES </a:t>
              </a: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推行。</a:t>
              </a:r>
              <a:endParaRPr lang="en-US" altLang="zh-TW" sz="13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300" dirty="0">
                  <a:latin typeface="Times New Roman" panose="02020603050405020304" pitchFamily="18" charset="0"/>
                  <a:ea typeface="Microsoft JhengHei" panose="020B0604030504040204" pitchFamily="34" charset="-120"/>
                  <a:cs typeface="Times New Roman" panose="02020603050405020304" pitchFamily="18" charset="0"/>
                </a:rPr>
                <a:t>建立跨部門流程矩陣，明確界定主要資料與負責部門。</a:t>
              </a:r>
            </a:p>
          </p:txBody>
        </p:sp>
        <p:sp>
          <p:nvSpPr>
            <p:cNvPr id="11" name="Rectangle: Rounded Corners 10">
              <a:extLst>
                <a:ext uri="{FF2B5EF4-FFF2-40B4-BE49-F238E27FC236}">
                  <a16:creationId xmlns:a16="http://schemas.microsoft.com/office/drawing/2014/main" id="{47E5523E-6346-421C-8332-475CB77FC5E8}"/>
                </a:ext>
              </a:extLst>
            </p:cNvPr>
            <p:cNvSpPr/>
            <p:nvPr/>
          </p:nvSpPr>
          <p:spPr>
            <a:xfrm>
              <a:off x="3094766" y="5667803"/>
              <a:ext cx="6611422" cy="918659"/>
            </a:xfrm>
            <a:prstGeom prst="roundRect">
              <a:avLst/>
            </a:prstGeom>
            <a:solidFill>
              <a:schemeClr val="accent5">
                <a:lumMod val="40000"/>
                <a:lumOff val="6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提升人員能力與角色佈局</a:t>
              </a: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制定年度培訓計畫，涵蓋實務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AI</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、資安、進階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ERP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及專案管理。</a:t>
              </a:r>
              <a:endPar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742950" lvl="1" indent="-285750">
                <a:lnSpc>
                  <a:spcPct val="120000"/>
                </a:lnSpc>
                <a:buFont typeface="Wingdings" panose="05000000000000000000" pitchFamily="2" charset="2"/>
                <a:buChar char="Ø"/>
              </a:pP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明確識別並規劃 </a:t>
              </a:r>
              <a:r>
                <a:rPr lang="en-US" altLang="zh-TW" sz="1400" dirty="0">
                  <a:latin typeface="Times New Roman" panose="02020603050405020304" pitchFamily="18" charset="0"/>
                  <a:ea typeface="Microsoft JhengHei" panose="020B0604030504040204" pitchFamily="34" charset="-120"/>
                  <a:cs typeface="Times New Roman" panose="02020603050405020304" pitchFamily="18" charset="0"/>
                </a:rPr>
                <a:t>MIS </a:t>
              </a:r>
              <a:r>
                <a:rPr lang="zh-TW" altLang="en-US" sz="1400" dirty="0">
                  <a:latin typeface="Times New Roman" panose="02020603050405020304" pitchFamily="18" charset="0"/>
                  <a:ea typeface="Microsoft JhengHei" panose="020B0604030504040204" pitchFamily="34" charset="-120"/>
                  <a:cs typeface="Times New Roman" panose="02020603050405020304" pitchFamily="18" charset="0"/>
                </a:rPr>
                <a:t>中各角色（系統管理、資料管理、自動化等）。</a:t>
              </a:r>
            </a:p>
          </p:txBody>
        </p:sp>
        <p:grpSp>
          <p:nvGrpSpPr>
            <p:cNvPr id="16" name="Group 15">
              <a:extLst>
                <a:ext uri="{FF2B5EF4-FFF2-40B4-BE49-F238E27FC236}">
                  <a16:creationId xmlns:a16="http://schemas.microsoft.com/office/drawing/2014/main" id="{338716C8-6379-4D0C-8AD3-E109494609BA}"/>
                </a:ext>
              </a:extLst>
            </p:cNvPr>
            <p:cNvGrpSpPr/>
            <p:nvPr/>
          </p:nvGrpSpPr>
          <p:grpSpPr>
            <a:xfrm>
              <a:off x="288995" y="2240128"/>
              <a:ext cx="3375212" cy="3119717"/>
              <a:chOff x="289188" y="1514624"/>
              <a:chExt cx="4145426" cy="4145426"/>
            </a:xfrm>
          </p:grpSpPr>
          <p:grpSp>
            <p:nvGrpSpPr>
              <p:cNvPr id="17" name="Group 2">
                <a:extLst>
                  <a:ext uri="{FF2B5EF4-FFF2-40B4-BE49-F238E27FC236}">
                    <a16:creationId xmlns:a16="http://schemas.microsoft.com/office/drawing/2014/main" id="{351FEA4D-EE11-4179-B6DD-AD2A049644E7}"/>
                  </a:ext>
                </a:extLst>
              </p:cNvPr>
              <p:cNvGrpSpPr/>
              <p:nvPr/>
            </p:nvGrpSpPr>
            <p:grpSpPr>
              <a:xfrm>
                <a:off x="289188" y="1514624"/>
                <a:ext cx="4145426" cy="4145426"/>
                <a:chOff x="0" y="0"/>
                <a:chExt cx="812800" cy="812800"/>
              </a:xfrm>
            </p:grpSpPr>
            <p:sp>
              <p:nvSpPr>
                <p:cNvPr id="29" name="Freeform 3">
                  <a:extLst>
                    <a:ext uri="{FF2B5EF4-FFF2-40B4-BE49-F238E27FC236}">
                      <a16:creationId xmlns:a16="http://schemas.microsoft.com/office/drawing/2014/main" id="{0B43922C-CB53-40CC-8D20-361C20BB1B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a:no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sp>
            <p:sp>
              <p:nvSpPr>
                <p:cNvPr id="30" name="TextBox 4">
                  <a:extLst>
                    <a:ext uri="{FF2B5EF4-FFF2-40B4-BE49-F238E27FC236}">
                      <a16:creationId xmlns:a16="http://schemas.microsoft.com/office/drawing/2014/main" id="{F1235831-028D-46A0-B4C2-E9D46634528B}"/>
                    </a:ext>
                  </a:extLst>
                </p:cNvPr>
                <p:cNvSpPr txBox="1"/>
                <p:nvPr/>
              </p:nvSpPr>
              <p:spPr>
                <a:xfrm>
                  <a:off x="76200" y="28575"/>
                  <a:ext cx="660400" cy="708025"/>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grpSp>
          <p:grpSp>
            <p:nvGrpSpPr>
              <p:cNvPr id="18" name="Group 5">
                <a:extLst>
                  <a:ext uri="{FF2B5EF4-FFF2-40B4-BE49-F238E27FC236}">
                    <a16:creationId xmlns:a16="http://schemas.microsoft.com/office/drawing/2014/main" id="{B6D8879F-FD2E-46C6-B7D4-E12240FBCFF2}"/>
                  </a:ext>
                </a:extLst>
              </p:cNvPr>
              <p:cNvGrpSpPr/>
              <p:nvPr/>
            </p:nvGrpSpPr>
            <p:grpSpPr>
              <a:xfrm>
                <a:off x="461009" y="1699344"/>
                <a:ext cx="3790406" cy="3792509"/>
                <a:chOff x="0" y="0"/>
                <a:chExt cx="6489360" cy="6492960"/>
              </a:xfrm>
            </p:grpSpPr>
            <p:sp>
              <p:nvSpPr>
                <p:cNvPr id="28" name="Freeform 6">
                  <a:extLst>
                    <a:ext uri="{FF2B5EF4-FFF2-40B4-BE49-F238E27FC236}">
                      <a16:creationId xmlns:a16="http://schemas.microsoft.com/office/drawing/2014/main" id="{DBC00EE1-893B-49D3-8EE7-6BC6D34C0812}"/>
                    </a:ext>
                  </a:extLst>
                </p:cNvPr>
                <p:cNvSpPr/>
                <p:nvPr/>
              </p:nvSpPr>
              <p:spPr>
                <a:xfrm>
                  <a:off x="0" y="0"/>
                  <a:ext cx="6489446" cy="6493002"/>
                </a:xfrm>
                <a:custGeom>
                  <a:avLst/>
                  <a:gdLst/>
                  <a:ahLst/>
                  <a:cxnLst/>
                  <a:rect l="l" t="t" r="r" b="b"/>
                  <a:pathLst>
                    <a:path w="6489446" h="6493002">
                      <a:moveTo>
                        <a:pt x="3244723" y="6493002"/>
                      </a:moveTo>
                      <a:cubicBezTo>
                        <a:pt x="3221863" y="6493002"/>
                        <a:pt x="3206623" y="6470142"/>
                        <a:pt x="3206623" y="6454902"/>
                      </a:cubicBezTo>
                      <a:cubicBezTo>
                        <a:pt x="3206623" y="6432042"/>
                        <a:pt x="3221863" y="6416802"/>
                        <a:pt x="3244723" y="6416802"/>
                      </a:cubicBezTo>
                      <a:cubicBezTo>
                        <a:pt x="3252343" y="6416802"/>
                        <a:pt x="3252343" y="6416802"/>
                        <a:pt x="3252343" y="6416802"/>
                      </a:cubicBezTo>
                      <a:cubicBezTo>
                        <a:pt x="3275203" y="6416802"/>
                        <a:pt x="3290443" y="6432042"/>
                        <a:pt x="3290443" y="6454902"/>
                      </a:cubicBezTo>
                      <a:cubicBezTo>
                        <a:pt x="3290443" y="6470142"/>
                        <a:pt x="3275203" y="6493002"/>
                        <a:pt x="3252343" y="6493002"/>
                      </a:cubicBezTo>
                      <a:cubicBezTo>
                        <a:pt x="3252343" y="6493002"/>
                        <a:pt x="3252343" y="6493002"/>
                        <a:pt x="3244723" y="6493002"/>
                      </a:cubicBezTo>
                      <a:close/>
                      <a:moveTo>
                        <a:pt x="3023870" y="6485382"/>
                      </a:moveTo>
                      <a:cubicBezTo>
                        <a:pt x="3008630" y="6477762"/>
                        <a:pt x="2993390" y="6462522"/>
                        <a:pt x="2993390" y="6439662"/>
                      </a:cubicBezTo>
                      <a:cubicBezTo>
                        <a:pt x="2993390" y="6424422"/>
                        <a:pt x="3008630" y="6409182"/>
                        <a:pt x="3031490" y="6409182"/>
                      </a:cubicBezTo>
                      <a:cubicBezTo>
                        <a:pt x="3054350" y="6409182"/>
                        <a:pt x="3069590" y="6424422"/>
                        <a:pt x="3069590" y="6447282"/>
                      </a:cubicBezTo>
                      <a:cubicBezTo>
                        <a:pt x="3069590" y="6470142"/>
                        <a:pt x="3046730" y="6485382"/>
                        <a:pt x="3031490" y="6485382"/>
                      </a:cubicBezTo>
                      <a:cubicBezTo>
                        <a:pt x="3031490" y="6485382"/>
                        <a:pt x="3031490" y="6485382"/>
                        <a:pt x="3023870" y="6485382"/>
                      </a:cubicBezTo>
                      <a:close/>
                      <a:moveTo>
                        <a:pt x="3427603" y="6447282"/>
                      </a:moveTo>
                      <a:cubicBezTo>
                        <a:pt x="3427603" y="6424422"/>
                        <a:pt x="3442843" y="6409182"/>
                        <a:pt x="3465703" y="6409182"/>
                      </a:cubicBezTo>
                      <a:cubicBezTo>
                        <a:pt x="3480943" y="6401562"/>
                        <a:pt x="3503803" y="6424422"/>
                        <a:pt x="3503803" y="6439662"/>
                      </a:cubicBezTo>
                      <a:cubicBezTo>
                        <a:pt x="3503803" y="6462522"/>
                        <a:pt x="3488563" y="6477762"/>
                        <a:pt x="3465703" y="6485382"/>
                      </a:cubicBezTo>
                      <a:cubicBezTo>
                        <a:pt x="3442843" y="6485382"/>
                        <a:pt x="3427603" y="6470142"/>
                        <a:pt x="3427603" y="6447282"/>
                      </a:cubicBezTo>
                      <a:close/>
                      <a:moveTo>
                        <a:pt x="2810637" y="6462522"/>
                      </a:moveTo>
                      <a:cubicBezTo>
                        <a:pt x="2787777" y="6454902"/>
                        <a:pt x="2772537" y="6439662"/>
                        <a:pt x="2780157" y="6416802"/>
                      </a:cubicBezTo>
                      <a:cubicBezTo>
                        <a:pt x="2780157" y="6401562"/>
                        <a:pt x="2803017" y="6386322"/>
                        <a:pt x="2818257" y="6386322"/>
                      </a:cubicBezTo>
                      <a:cubicBezTo>
                        <a:pt x="2841117" y="6386322"/>
                        <a:pt x="2856357" y="6409182"/>
                        <a:pt x="2856357" y="6432042"/>
                      </a:cubicBezTo>
                      <a:cubicBezTo>
                        <a:pt x="2848737" y="6447282"/>
                        <a:pt x="2833497" y="6462522"/>
                        <a:pt x="2818257" y="6462522"/>
                      </a:cubicBezTo>
                      <a:cubicBezTo>
                        <a:pt x="2818257" y="6462522"/>
                        <a:pt x="2810637" y="6462522"/>
                        <a:pt x="2810637" y="6462522"/>
                      </a:cubicBezTo>
                      <a:close/>
                      <a:moveTo>
                        <a:pt x="3640836" y="6424422"/>
                      </a:moveTo>
                      <a:cubicBezTo>
                        <a:pt x="3640836" y="6409182"/>
                        <a:pt x="3656076" y="6386322"/>
                        <a:pt x="3671316" y="6386322"/>
                      </a:cubicBezTo>
                      <a:cubicBezTo>
                        <a:pt x="3694176" y="6378702"/>
                        <a:pt x="3709416" y="6393942"/>
                        <a:pt x="3717036" y="6416802"/>
                      </a:cubicBezTo>
                      <a:cubicBezTo>
                        <a:pt x="3717036" y="6439662"/>
                        <a:pt x="3701796" y="6454902"/>
                        <a:pt x="3686556" y="6462522"/>
                      </a:cubicBezTo>
                      <a:cubicBezTo>
                        <a:pt x="3678936" y="6462522"/>
                        <a:pt x="3678936" y="6462522"/>
                        <a:pt x="3678936" y="6462522"/>
                      </a:cubicBezTo>
                      <a:cubicBezTo>
                        <a:pt x="3656076" y="6462522"/>
                        <a:pt x="3640836" y="6447282"/>
                        <a:pt x="3640836" y="6424422"/>
                      </a:cubicBezTo>
                      <a:close/>
                      <a:moveTo>
                        <a:pt x="2597404" y="6424422"/>
                      </a:moveTo>
                      <a:cubicBezTo>
                        <a:pt x="2574544" y="6424422"/>
                        <a:pt x="2566924" y="6401562"/>
                        <a:pt x="2566924" y="6378702"/>
                      </a:cubicBezTo>
                      <a:cubicBezTo>
                        <a:pt x="2574544" y="6363462"/>
                        <a:pt x="2589784" y="6348222"/>
                        <a:pt x="2612644" y="6348222"/>
                      </a:cubicBezTo>
                      <a:cubicBezTo>
                        <a:pt x="2635504" y="6355842"/>
                        <a:pt x="2650744" y="6378702"/>
                        <a:pt x="2643124" y="6393942"/>
                      </a:cubicBezTo>
                      <a:cubicBezTo>
                        <a:pt x="2635504" y="6416802"/>
                        <a:pt x="2620264" y="6424422"/>
                        <a:pt x="2605024" y="6424422"/>
                      </a:cubicBezTo>
                      <a:cubicBezTo>
                        <a:pt x="2605024" y="6424422"/>
                        <a:pt x="2597404" y="6424422"/>
                        <a:pt x="2597404" y="6424422"/>
                      </a:cubicBezTo>
                      <a:close/>
                      <a:moveTo>
                        <a:pt x="3854196" y="6393942"/>
                      </a:moveTo>
                      <a:cubicBezTo>
                        <a:pt x="3846576" y="6371082"/>
                        <a:pt x="3861816" y="6355842"/>
                        <a:pt x="3884676" y="6348222"/>
                      </a:cubicBezTo>
                      <a:cubicBezTo>
                        <a:pt x="3899916" y="6348222"/>
                        <a:pt x="3922776" y="6355842"/>
                        <a:pt x="3930396" y="6378702"/>
                      </a:cubicBezTo>
                      <a:cubicBezTo>
                        <a:pt x="3930396" y="6401562"/>
                        <a:pt x="3915156" y="6416802"/>
                        <a:pt x="3899916" y="6424422"/>
                      </a:cubicBezTo>
                      <a:cubicBezTo>
                        <a:pt x="3892296" y="6424422"/>
                        <a:pt x="3892296" y="6424422"/>
                        <a:pt x="3892296" y="6424422"/>
                      </a:cubicBezTo>
                      <a:cubicBezTo>
                        <a:pt x="3869436" y="6424422"/>
                        <a:pt x="3854196" y="6409182"/>
                        <a:pt x="3854196" y="6393942"/>
                      </a:cubicBezTo>
                      <a:close/>
                      <a:moveTo>
                        <a:pt x="2384171" y="6378702"/>
                      </a:moveTo>
                      <a:cubicBezTo>
                        <a:pt x="2368931" y="6371082"/>
                        <a:pt x="2353691" y="6348222"/>
                        <a:pt x="2361311" y="6325362"/>
                      </a:cubicBezTo>
                      <a:cubicBezTo>
                        <a:pt x="2368931" y="6310122"/>
                        <a:pt x="2384171" y="6294882"/>
                        <a:pt x="2407031" y="6302502"/>
                      </a:cubicBezTo>
                      <a:cubicBezTo>
                        <a:pt x="2429891" y="6310122"/>
                        <a:pt x="2437511" y="6325362"/>
                        <a:pt x="2437511" y="6348222"/>
                      </a:cubicBezTo>
                      <a:cubicBezTo>
                        <a:pt x="2429891" y="6363462"/>
                        <a:pt x="2414651" y="6378702"/>
                        <a:pt x="2399411" y="6378702"/>
                      </a:cubicBezTo>
                      <a:cubicBezTo>
                        <a:pt x="2391791" y="6378702"/>
                        <a:pt x="2391791" y="6378702"/>
                        <a:pt x="2384171" y="6378702"/>
                      </a:cubicBezTo>
                      <a:close/>
                      <a:moveTo>
                        <a:pt x="4059809" y="6348222"/>
                      </a:moveTo>
                      <a:cubicBezTo>
                        <a:pt x="4052189" y="6325362"/>
                        <a:pt x="4067429" y="6302502"/>
                        <a:pt x="4090289" y="6302502"/>
                      </a:cubicBezTo>
                      <a:cubicBezTo>
                        <a:pt x="4105529" y="6294882"/>
                        <a:pt x="4128389" y="6302502"/>
                        <a:pt x="4136009" y="6325362"/>
                      </a:cubicBezTo>
                      <a:cubicBezTo>
                        <a:pt x="4143629" y="6348222"/>
                        <a:pt x="4128389" y="6371082"/>
                        <a:pt x="4105529" y="6371082"/>
                      </a:cubicBezTo>
                      <a:cubicBezTo>
                        <a:pt x="4105529" y="6371082"/>
                        <a:pt x="4097909" y="6371082"/>
                        <a:pt x="4097909" y="6371082"/>
                      </a:cubicBezTo>
                      <a:cubicBezTo>
                        <a:pt x="4082669" y="6371082"/>
                        <a:pt x="4067429" y="6363462"/>
                        <a:pt x="4059809" y="6348222"/>
                      </a:cubicBezTo>
                      <a:close/>
                      <a:moveTo>
                        <a:pt x="2178558" y="6310122"/>
                      </a:moveTo>
                      <a:cubicBezTo>
                        <a:pt x="2163318" y="6302502"/>
                        <a:pt x="2148078" y="6279642"/>
                        <a:pt x="2155698" y="6264402"/>
                      </a:cubicBezTo>
                      <a:cubicBezTo>
                        <a:pt x="2163318" y="6241542"/>
                        <a:pt x="2186178" y="6233922"/>
                        <a:pt x="2209038" y="6241542"/>
                      </a:cubicBezTo>
                      <a:cubicBezTo>
                        <a:pt x="2224278" y="6249162"/>
                        <a:pt x="2239518" y="6264402"/>
                        <a:pt x="2231898" y="6287262"/>
                      </a:cubicBezTo>
                      <a:cubicBezTo>
                        <a:pt x="2224278" y="6302502"/>
                        <a:pt x="2209038" y="6310122"/>
                        <a:pt x="2193798" y="6310122"/>
                      </a:cubicBezTo>
                      <a:cubicBezTo>
                        <a:pt x="2186178" y="6310122"/>
                        <a:pt x="2186178" y="6310122"/>
                        <a:pt x="2178558" y="6310122"/>
                      </a:cubicBezTo>
                      <a:close/>
                      <a:moveTo>
                        <a:pt x="4265549" y="6287262"/>
                      </a:moveTo>
                      <a:cubicBezTo>
                        <a:pt x="4257929" y="6264402"/>
                        <a:pt x="4273169" y="6241542"/>
                        <a:pt x="4288409" y="6233922"/>
                      </a:cubicBezTo>
                      <a:cubicBezTo>
                        <a:pt x="4311269" y="6226302"/>
                        <a:pt x="4334129" y="6241542"/>
                        <a:pt x="4341749" y="6256782"/>
                      </a:cubicBezTo>
                      <a:cubicBezTo>
                        <a:pt x="4341749" y="6279642"/>
                        <a:pt x="4334129" y="6302502"/>
                        <a:pt x="4311269" y="6310122"/>
                      </a:cubicBezTo>
                      <a:cubicBezTo>
                        <a:pt x="4311269" y="6310122"/>
                        <a:pt x="4303649" y="6310122"/>
                        <a:pt x="4303649" y="6310122"/>
                      </a:cubicBezTo>
                      <a:cubicBezTo>
                        <a:pt x="4288409" y="6310122"/>
                        <a:pt x="4273169" y="6302502"/>
                        <a:pt x="4265549" y="6287262"/>
                      </a:cubicBezTo>
                      <a:close/>
                      <a:moveTo>
                        <a:pt x="1980565" y="6233922"/>
                      </a:moveTo>
                      <a:cubicBezTo>
                        <a:pt x="1957705" y="6226302"/>
                        <a:pt x="1950085" y="6203442"/>
                        <a:pt x="1957705" y="6180582"/>
                      </a:cubicBezTo>
                      <a:cubicBezTo>
                        <a:pt x="1965325" y="6165342"/>
                        <a:pt x="1988185" y="6157722"/>
                        <a:pt x="2011045" y="6165342"/>
                      </a:cubicBezTo>
                      <a:cubicBezTo>
                        <a:pt x="2026285" y="6172962"/>
                        <a:pt x="2033905" y="6195822"/>
                        <a:pt x="2026285" y="6211062"/>
                      </a:cubicBezTo>
                      <a:cubicBezTo>
                        <a:pt x="2018665" y="6226302"/>
                        <a:pt x="2011045" y="6233922"/>
                        <a:pt x="1995805" y="6233922"/>
                      </a:cubicBezTo>
                      <a:cubicBezTo>
                        <a:pt x="1988185" y="6233922"/>
                        <a:pt x="1980565" y="6233922"/>
                        <a:pt x="1980565" y="6233922"/>
                      </a:cubicBezTo>
                      <a:close/>
                      <a:moveTo>
                        <a:pt x="4463542" y="6211062"/>
                      </a:moveTo>
                      <a:cubicBezTo>
                        <a:pt x="4455922" y="6188202"/>
                        <a:pt x="4463542" y="6165342"/>
                        <a:pt x="4486402" y="6157722"/>
                      </a:cubicBezTo>
                      <a:cubicBezTo>
                        <a:pt x="4509262" y="6150102"/>
                        <a:pt x="4524502" y="6157722"/>
                        <a:pt x="4539742" y="6180582"/>
                      </a:cubicBezTo>
                      <a:cubicBezTo>
                        <a:pt x="4547362" y="6195822"/>
                        <a:pt x="4532122" y="6218682"/>
                        <a:pt x="4516882" y="6226302"/>
                      </a:cubicBezTo>
                      <a:cubicBezTo>
                        <a:pt x="4509262" y="6233922"/>
                        <a:pt x="4509262" y="6233922"/>
                        <a:pt x="4501642" y="6233922"/>
                      </a:cubicBezTo>
                      <a:cubicBezTo>
                        <a:pt x="4486402" y="6233922"/>
                        <a:pt x="4471162" y="6226302"/>
                        <a:pt x="4463542" y="6211062"/>
                      </a:cubicBezTo>
                      <a:close/>
                      <a:moveTo>
                        <a:pt x="1782445" y="6142482"/>
                      </a:moveTo>
                      <a:cubicBezTo>
                        <a:pt x="1759585" y="6134862"/>
                        <a:pt x="1751965" y="6112002"/>
                        <a:pt x="1767205" y="6089142"/>
                      </a:cubicBezTo>
                      <a:cubicBezTo>
                        <a:pt x="1774825" y="6073902"/>
                        <a:pt x="1797685" y="6066282"/>
                        <a:pt x="1812925" y="6073902"/>
                      </a:cubicBezTo>
                      <a:cubicBezTo>
                        <a:pt x="1835785" y="6081522"/>
                        <a:pt x="1843405" y="6104382"/>
                        <a:pt x="1835785" y="6127242"/>
                      </a:cubicBezTo>
                      <a:cubicBezTo>
                        <a:pt x="1828165" y="6134862"/>
                        <a:pt x="1812925" y="6142482"/>
                        <a:pt x="1797685" y="6142482"/>
                      </a:cubicBezTo>
                      <a:cubicBezTo>
                        <a:pt x="1790065" y="6142482"/>
                        <a:pt x="1790065" y="6142482"/>
                        <a:pt x="1782445" y="6142482"/>
                      </a:cubicBezTo>
                      <a:close/>
                      <a:moveTo>
                        <a:pt x="4661535" y="6119622"/>
                      </a:moveTo>
                      <a:cubicBezTo>
                        <a:pt x="4653915" y="6104382"/>
                        <a:pt x="4661535" y="6081522"/>
                        <a:pt x="4676775" y="6073902"/>
                      </a:cubicBezTo>
                      <a:cubicBezTo>
                        <a:pt x="4699635" y="6058662"/>
                        <a:pt x="4722495" y="6066282"/>
                        <a:pt x="4730115" y="6089142"/>
                      </a:cubicBezTo>
                      <a:cubicBezTo>
                        <a:pt x="4737735" y="6104382"/>
                        <a:pt x="4730115" y="6127242"/>
                        <a:pt x="4714875" y="6134862"/>
                      </a:cubicBezTo>
                      <a:cubicBezTo>
                        <a:pt x="4707255" y="6142482"/>
                        <a:pt x="4699635" y="6142482"/>
                        <a:pt x="4692015" y="6142482"/>
                      </a:cubicBezTo>
                      <a:cubicBezTo>
                        <a:pt x="4684395" y="6142482"/>
                        <a:pt x="4669155" y="6134862"/>
                        <a:pt x="4661535" y="6119622"/>
                      </a:cubicBezTo>
                      <a:close/>
                      <a:moveTo>
                        <a:pt x="1592072" y="6035802"/>
                      </a:moveTo>
                      <a:cubicBezTo>
                        <a:pt x="1576832" y="6028182"/>
                        <a:pt x="1569212" y="6005322"/>
                        <a:pt x="1576832" y="5982462"/>
                      </a:cubicBezTo>
                      <a:cubicBezTo>
                        <a:pt x="1592072" y="5967222"/>
                        <a:pt x="1614932" y="5959602"/>
                        <a:pt x="1630172" y="5974842"/>
                      </a:cubicBezTo>
                      <a:cubicBezTo>
                        <a:pt x="1645412" y="5982462"/>
                        <a:pt x="1653032" y="6005322"/>
                        <a:pt x="1645412" y="6020562"/>
                      </a:cubicBezTo>
                      <a:cubicBezTo>
                        <a:pt x="1637792" y="6035802"/>
                        <a:pt x="1622552" y="6043422"/>
                        <a:pt x="1607312" y="6043422"/>
                      </a:cubicBezTo>
                      <a:cubicBezTo>
                        <a:pt x="1607312" y="6043422"/>
                        <a:pt x="1599692" y="6043422"/>
                        <a:pt x="1592072" y="6035802"/>
                      </a:cubicBezTo>
                      <a:close/>
                      <a:moveTo>
                        <a:pt x="4852035" y="6020562"/>
                      </a:moveTo>
                      <a:cubicBezTo>
                        <a:pt x="4836795" y="6005322"/>
                        <a:pt x="4844415" y="5982462"/>
                        <a:pt x="4859655" y="5967222"/>
                      </a:cubicBezTo>
                      <a:cubicBezTo>
                        <a:pt x="4882515" y="5959602"/>
                        <a:pt x="4905375" y="5959602"/>
                        <a:pt x="4912995" y="5982462"/>
                      </a:cubicBezTo>
                      <a:cubicBezTo>
                        <a:pt x="4928235" y="5997702"/>
                        <a:pt x="4920615" y="6020562"/>
                        <a:pt x="4905375" y="6035802"/>
                      </a:cubicBezTo>
                      <a:cubicBezTo>
                        <a:pt x="4897755" y="6035802"/>
                        <a:pt x="4890135" y="6035802"/>
                        <a:pt x="4882515" y="6035802"/>
                      </a:cubicBezTo>
                      <a:cubicBezTo>
                        <a:pt x="4867275" y="6035802"/>
                        <a:pt x="4859655" y="6035802"/>
                        <a:pt x="4852035" y="6020562"/>
                      </a:cubicBezTo>
                      <a:close/>
                      <a:moveTo>
                        <a:pt x="1409319" y="5921502"/>
                      </a:moveTo>
                      <a:cubicBezTo>
                        <a:pt x="1394079" y="5906262"/>
                        <a:pt x="1386459" y="5883402"/>
                        <a:pt x="1401699" y="5868162"/>
                      </a:cubicBezTo>
                      <a:cubicBezTo>
                        <a:pt x="1409319" y="5852922"/>
                        <a:pt x="1432179" y="5845302"/>
                        <a:pt x="1455039" y="5860542"/>
                      </a:cubicBezTo>
                      <a:cubicBezTo>
                        <a:pt x="1470279" y="5868162"/>
                        <a:pt x="1470279" y="5891022"/>
                        <a:pt x="1462659" y="5906262"/>
                      </a:cubicBezTo>
                      <a:cubicBezTo>
                        <a:pt x="1455039" y="5921502"/>
                        <a:pt x="1439799" y="5929122"/>
                        <a:pt x="1432179" y="5929122"/>
                      </a:cubicBezTo>
                      <a:cubicBezTo>
                        <a:pt x="1424559" y="5929122"/>
                        <a:pt x="1416939" y="5921502"/>
                        <a:pt x="1409319" y="5921502"/>
                      </a:cubicBezTo>
                      <a:close/>
                      <a:moveTo>
                        <a:pt x="5034788" y="5906262"/>
                      </a:moveTo>
                      <a:cubicBezTo>
                        <a:pt x="5019548" y="5891022"/>
                        <a:pt x="5027168" y="5868162"/>
                        <a:pt x="5042408" y="5852922"/>
                      </a:cubicBezTo>
                      <a:cubicBezTo>
                        <a:pt x="5057648" y="5845302"/>
                        <a:pt x="5080508" y="5845302"/>
                        <a:pt x="5095748" y="5860542"/>
                      </a:cubicBezTo>
                      <a:cubicBezTo>
                        <a:pt x="5103368" y="5883402"/>
                        <a:pt x="5103368" y="5906262"/>
                        <a:pt x="5080508" y="5913882"/>
                      </a:cubicBezTo>
                      <a:cubicBezTo>
                        <a:pt x="5080508" y="5921502"/>
                        <a:pt x="5072888" y="5921502"/>
                        <a:pt x="5065268" y="5921502"/>
                      </a:cubicBezTo>
                      <a:cubicBezTo>
                        <a:pt x="5050028" y="5921502"/>
                        <a:pt x="5034788" y="5913882"/>
                        <a:pt x="5034788" y="5906262"/>
                      </a:cubicBezTo>
                      <a:close/>
                      <a:moveTo>
                        <a:pt x="1234059" y="5791962"/>
                      </a:moveTo>
                      <a:cubicBezTo>
                        <a:pt x="1218819" y="5776722"/>
                        <a:pt x="1211199" y="5753862"/>
                        <a:pt x="1226439" y="5738622"/>
                      </a:cubicBezTo>
                      <a:cubicBezTo>
                        <a:pt x="1241679" y="5723382"/>
                        <a:pt x="1264539" y="5715762"/>
                        <a:pt x="1279779" y="5731002"/>
                      </a:cubicBezTo>
                      <a:cubicBezTo>
                        <a:pt x="1295019" y="5746242"/>
                        <a:pt x="1302639" y="5769102"/>
                        <a:pt x="1287399" y="5784342"/>
                      </a:cubicBezTo>
                      <a:cubicBezTo>
                        <a:pt x="1279779" y="5791962"/>
                        <a:pt x="1272159" y="5799582"/>
                        <a:pt x="1256919" y="5799582"/>
                      </a:cubicBezTo>
                      <a:cubicBezTo>
                        <a:pt x="1249299" y="5799582"/>
                        <a:pt x="1241679" y="5799582"/>
                        <a:pt x="1234059" y="5791962"/>
                      </a:cubicBezTo>
                      <a:close/>
                      <a:moveTo>
                        <a:pt x="5202301" y="5784342"/>
                      </a:moveTo>
                      <a:cubicBezTo>
                        <a:pt x="5194681" y="5761482"/>
                        <a:pt x="5194681" y="5738622"/>
                        <a:pt x="5209921" y="5731002"/>
                      </a:cubicBezTo>
                      <a:cubicBezTo>
                        <a:pt x="5225161" y="5715762"/>
                        <a:pt x="5248021" y="5715762"/>
                        <a:pt x="5263261" y="5731002"/>
                      </a:cubicBezTo>
                      <a:cubicBezTo>
                        <a:pt x="5278501" y="5753862"/>
                        <a:pt x="5270881" y="5776722"/>
                        <a:pt x="5255641" y="5784342"/>
                      </a:cubicBezTo>
                      <a:cubicBezTo>
                        <a:pt x="5248021" y="5791962"/>
                        <a:pt x="5240401" y="5791962"/>
                        <a:pt x="5232781" y="5791962"/>
                      </a:cubicBezTo>
                      <a:cubicBezTo>
                        <a:pt x="5225161" y="5791962"/>
                        <a:pt x="5209921" y="5791962"/>
                        <a:pt x="5202301" y="5784342"/>
                      </a:cubicBezTo>
                      <a:close/>
                      <a:moveTo>
                        <a:pt x="1066292" y="5647055"/>
                      </a:moveTo>
                      <a:cubicBezTo>
                        <a:pt x="1051052" y="5639435"/>
                        <a:pt x="1051052" y="5608955"/>
                        <a:pt x="1066292" y="5593715"/>
                      </a:cubicBezTo>
                      <a:cubicBezTo>
                        <a:pt x="1081532" y="5578475"/>
                        <a:pt x="1104392" y="5578475"/>
                        <a:pt x="1119632" y="5593715"/>
                      </a:cubicBezTo>
                      <a:cubicBezTo>
                        <a:pt x="1134872" y="5608955"/>
                        <a:pt x="1134872" y="5631815"/>
                        <a:pt x="1119632" y="5647055"/>
                      </a:cubicBezTo>
                      <a:cubicBezTo>
                        <a:pt x="1112012" y="5654675"/>
                        <a:pt x="1104392" y="5662295"/>
                        <a:pt x="1096772" y="5662295"/>
                      </a:cubicBezTo>
                      <a:cubicBezTo>
                        <a:pt x="1081532" y="5662295"/>
                        <a:pt x="1073912" y="5654675"/>
                        <a:pt x="1066292" y="5647055"/>
                      </a:cubicBezTo>
                      <a:close/>
                      <a:moveTo>
                        <a:pt x="5369687" y="5647055"/>
                      </a:moveTo>
                      <a:cubicBezTo>
                        <a:pt x="5354447" y="5631815"/>
                        <a:pt x="5354447" y="5601335"/>
                        <a:pt x="5369687" y="5593715"/>
                      </a:cubicBezTo>
                      <a:cubicBezTo>
                        <a:pt x="5384927" y="5578475"/>
                        <a:pt x="5407787" y="5578475"/>
                        <a:pt x="5423027" y="5593715"/>
                      </a:cubicBezTo>
                      <a:cubicBezTo>
                        <a:pt x="5438267" y="5608955"/>
                        <a:pt x="5438267" y="5631815"/>
                        <a:pt x="5423027" y="5647055"/>
                      </a:cubicBezTo>
                      <a:cubicBezTo>
                        <a:pt x="5415407" y="5654675"/>
                        <a:pt x="5407787" y="5654675"/>
                        <a:pt x="5400167" y="5654675"/>
                      </a:cubicBezTo>
                      <a:cubicBezTo>
                        <a:pt x="5384927" y="5654675"/>
                        <a:pt x="5377307" y="5654675"/>
                        <a:pt x="5369687" y="5647055"/>
                      </a:cubicBezTo>
                      <a:close/>
                      <a:moveTo>
                        <a:pt x="914019" y="5502275"/>
                      </a:moveTo>
                      <a:cubicBezTo>
                        <a:pt x="898779" y="5487035"/>
                        <a:pt x="898779" y="5464175"/>
                        <a:pt x="914019" y="5448935"/>
                      </a:cubicBezTo>
                      <a:cubicBezTo>
                        <a:pt x="929259" y="5433695"/>
                        <a:pt x="952119" y="5433695"/>
                        <a:pt x="967359" y="5448935"/>
                      </a:cubicBezTo>
                      <a:cubicBezTo>
                        <a:pt x="982599" y="5464175"/>
                        <a:pt x="982599" y="5487035"/>
                        <a:pt x="967359" y="5502275"/>
                      </a:cubicBezTo>
                      <a:cubicBezTo>
                        <a:pt x="959739" y="5509895"/>
                        <a:pt x="952119" y="5509895"/>
                        <a:pt x="936879" y="5509895"/>
                      </a:cubicBezTo>
                      <a:cubicBezTo>
                        <a:pt x="929259" y="5509895"/>
                        <a:pt x="921639" y="5509895"/>
                        <a:pt x="914019" y="5502275"/>
                      </a:cubicBezTo>
                      <a:close/>
                      <a:moveTo>
                        <a:pt x="5522087" y="5494655"/>
                      </a:moveTo>
                      <a:cubicBezTo>
                        <a:pt x="5506847" y="5479415"/>
                        <a:pt x="5506847" y="5456555"/>
                        <a:pt x="5522087" y="5441315"/>
                      </a:cubicBezTo>
                      <a:cubicBezTo>
                        <a:pt x="5537327" y="5426075"/>
                        <a:pt x="5560187" y="5426075"/>
                        <a:pt x="5575427" y="5441315"/>
                      </a:cubicBezTo>
                      <a:cubicBezTo>
                        <a:pt x="5590667" y="5456555"/>
                        <a:pt x="5590667" y="5479415"/>
                        <a:pt x="5575427" y="5494655"/>
                      </a:cubicBezTo>
                      <a:cubicBezTo>
                        <a:pt x="5567807" y="5502275"/>
                        <a:pt x="5560187" y="5509895"/>
                        <a:pt x="5552567" y="5509895"/>
                      </a:cubicBezTo>
                      <a:cubicBezTo>
                        <a:pt x="5544947" y="5509895"/>
                        <a:pt x="5529707" y="5502275"/>
                        <a:pt x="5522087" y="5494655"/>
                      </a:cubicBezTo>
                      <a:close/>
                      <a:moveTo>
                        <a:pt x="769366" y="5342255"/>
                      </a:moveTo>
                      <a:cubicBezTo>
                        <a:pt x="754126" y="5319395"/>
                        <a:pt x="754126" y="5296535"/>
                        <a:pt x="769366" y="5288915"/>
                      </a:cubicBezTo>
                      <a:cubicBezTo>
                        <a:pt x="784606" y="5273675"/>
                        <a:pt x="815086" y="5273675"/>
                        <a:pt x="822706" y="5288915"/>
                      </a:cubicBezTo>
                      <a:cubicBezTo>
                        <a:pt x="837946" y="5304155"/>
                        <a:pt x="837946" y="5327015"/>
                        <a:pt x="822706" y="5342255"/>
                      </a:cubicBezTo>
                      <a:cubicBezTo>
                        <a:pt x="815086" y="5349875"/>
                        <a:pt x="807466" y="5349875"/>
                        <a:pt x="799846" y="5349875"/>
                      </a:cubicBezTo>
                      <a:cubicBezTo>
                        <a:pt x="784606" y="5349875"/>
                        <a:pt x="776986" y="5349875"/>
                        <a:pt x="769366" y="5342255"/>
                      </a:cubicBezTo>
                      <a:close/>
                      <a:moveTo>
                        <a:pt x="5666867" y="5342255"/>
                      </a:moveTo>
                      <a:cubicBezTo>
                        <a:pt x="5651627" y="5327015"/>
                        <a:pt x="5651627" y="5304155"/>
                        <a:pt x="5666867" y="5288915"/>
                      </a:cubicBezTo>
                      <a:cubicBezTo>
                        <a:pt x="5682107" y="5266055"/>
                        <a:pt x="5704967" y="5266055"/>
                        <a:pt x="5720207" y="5281295"/>
                      </a:cubicBezTo>
                      <a:cubicBezTo>
                        <a:pt x="5735447" y="5296535"/>
                        <a:pt x="5735447" y="5319395"/>
                        <a:pt x="5720207" y="5334635"/>
                      </a:cubicBezTo>
                      <a:cubicBezTo>
                        <a:pt x="5712587" y="5342255"/>
                        <a:pt x="5704967" y="5349875"/>
                        <a:pt x="5697347" y="5349875"/>
                      </a:cubicBezTo>
                      <a:cubicBezTo>
                        <a:pt x="5682107" y="5349875"/>
                        <a:pt x="5674487" y="5342255"/>
                        <a:pt x="5666867" y="5342255"/>
                      </a:cubicBezTo>
                      <a:close/>
                      <a:moveTo>
                        <a:pt x="632206" y="5166995"/>
                      </a:moveTo>
                      <a:cubicBezTo>
                        <a:pt x="616966" y="5151755"/>
                        <a:pt x="624586" y="5128895"/>
                        <a:pt x="639826" y="5113655"/>
                      </a:cubicBezTo>
                      <a:cubicBezTo>
                        <a:pt x="655066" y="5106035"/>
                        <a:pt x="685546" y="5106035"/>
                        <a:pt x="693166" y="5121275"/>
                      </a:cubicBezTo>
                      <a:cubicBezTo>
                        <a:pt x="708406" y="5144135"/>
                        <a:pt x="700786" y="5166995"/>
                        <a:pt x="685546" y="5174615"/>
                      </a:cubicBezTo>
                      <a:cubicBezTo>
                        <a:pt x="677926" y="5182235"/>
                        <a:pt x="670306" y="5182235"/>
                        <a:pt x="662686" y="5182235"/>
                      </a:cubicBezTo>
                      <a:cubicBezTo>
                        <a:pt x="655066" y="5182235"/>
                        <a:pt x="639826" y="5182235"/>
                        <a:pt x="632206" y="5166995"/>
                      </a:cubicBezTo>
                      <a:close/>
                      <a:moveTo>
                        <a:pt x="5803900" y="5174615"/>
                      </a:moveTo>
                      <a:cubicBezTo>
                        <a:pt x="5788660" y="5159375"/>
                        <a:pt x="5781040" y="5136515"/>
                        <a:pt x="5796280" y="5121275"/>
                      </a:cubicBezTo>
                      <a:cubicBezTo>
                        <a:pt x="5811520" y="5106035"/>
                        <a:pt x="5834380" y="5098415"/>
                        <a:pt x="5849620" y="5113655"/>
                      </a:cubicBezTo>
                      <a:cubicBezTo>
                        <a:pt x="5864860" y="5121275"/>
                        <a:pt x="5872480" y="5144135"/>
                        <a:pt x="5857240" y="5166995"/>
                      </a:cubicBezTo>
                      <a:cubicBezTo>
                        <a:pt x="5849620" y="5174615"/>
                        <a:pt x="5842000" y="5182235"/>
                        <a:pt x="5826760" y="5182235"/>
                      </a:cubicBezTo>
                      <a:cubicBezTo>
                        <a:pt x="5819140" y="5182235"/>
                        <a:pt x="5811520" y="5174615"/>
                        <a:pt x="5803900" y="5174615"/>
                      </a:cubicBezTo>
                      <a:close/>
                      <a:moveTo>
                        <a:pt x="510286" y="4991608"/>
                      </a:moveTo>
                      <a:cubicBezTo>
                        <a:pt x="495046" y="4976368"/>
                        <a:pt x="502666" y="4945888"/>
                        <a:pt x="517906" y="4938268"/>
                      </a:cubicBezTo>
                      <a:cubicBezTo>
                        <a:pt x="540766" y="4923028"/>
                        <a:pt x="563626" y="4930648"/>
                        <a:pt x="571246" y="4945888"/>
                      </a:cubicBezTo>
                      <a:cubicBezTo>
                        <a:pt x="586486" y="4968748"/>
                        <a:pt x="578866" y="4991608"/>
                        <a:pt x="563626" y="4999228"/>
                      </a:cubicBezTo>
                      <a:cubicBezTo>
                        <a:pt x="556006" y="5006848"/>
                        <a:pt x="548386" y="5006848"/>
                        <a:pt x="540766" y="5006848"/>
                      </a:cubicBezTo>
                      <a:cubicBezTo>
                        <a:pt x="533146" y="5006848"/>
                        <a:pt x="517906" y="4999228"/>
                        <a:pt x="510286" y="4991608"/>
                      </a:cubicBezTo>
                      <a:close/>
                      <a:moveTo>
                        <a:pt x="5925693" y="4999228"/>
                      </a:moveTo>
                      <a:cubicBezTo>
                        <a:pt x="5910453" y="4983988"/>
                        <a:pt x="5902833" y="4961128"/>
                        <a:pt x="5918073" y="4945888"/>
                      </a:cubicBezTo>
                      <a:cubicBezTo>
                        <a:pt x="5925693" y="4923028"/>
                        <a:pt x="5948553" y="4923028"/>
                        <a:pt x="5971413" y="4930648"/>
                      </a:cubicBezTo>
                      <a:cubicBezTo>
                        <a:pt x="5986653" y="4945888"/>
                        <a:pt x="5994273" y="4968748"/>
                        <a:pt x="5979033" y="4983988"/>
                      </a:cubicBezTo>
                      <a:cubicBezTo>
                        <a:pt x="5971413" y="4999228"/>
                        <a:pt x="5963793" y="5006848"/>
                        <a:pt x="5948553" y="5006848"/>
                      </a:cubicBezTo>
                      <a:cubicBezTo>
                        <a:pt x="5940933" y="5006848"/>
                        <a:pt x="5933313" y="4999228"/>
                        <a:pt x="5925693" y="4999228"/>
                      </a:cubicBezTo>
                      <a:close/>
                      <a:moveTo>
                        <a:pt x="396113" y="4801108"/>
                      </a:moveTo>
                      <a:cubicBezTo>
                        <a:pt x="388493" y="4785868"/>
                        <a:pt x="396113" y="4763008"/>
                        <a:pt x="411353" y="4755388"/>
                      </a:cubicBezTo>
                      <a:cubicBezTo>
                        <a:pt x="434213" y="4740148"/>
                        <a:pt x="457073" y="4747768"/>
                        <a:pt x="464693" y="4770628"/>
                      </a:cubicBezTo>
                      <a:cubicBezTo>
                        <a:pt x="479933" y="4785868"/>
                        <a:pt x="472313" y="4808728"/>
                        <a:pt x="449453" y="4816348"/>
                      </a:cubicBezTo>
                      <a:cubicBezTo>
                        <a:pt x="441833" y="4823968"/>
                        <a:pt x="441833" y="4823968"/>
                        <a:pt x="434213" y="4823968"/>
                      </a:cubicBezTo>
                      <a:cubicBezTo>
                        <a:pt x="418973" y="4823968"/>
                        <a:pt x="403733" y="4816348"/>
                        <a:pt x="396113" y="4801108"/>
                      </a:cubicBezTo>
                      <a:close/>
                      <a:moveTo>
                        <a:pt x="6039993" y="4816348"/>
                      </a:moveTo>
                      <a:cubicBezTo>
                        <a:pt x="6017133" y="4801108"/>
                        <a:pt x="6017133" y="4778248"/>
                        <a:pt x="6024753" y="4763008"/>
                      </a:cubicBezTo>
                      <a:cubicBezTo>
                        <a:pt x="6032373" y="4740148"/>
                        <a:pt x="6055233" y="4740148"/>
                        <a:pt x="6078093" y="4747768"/>
                      </a:cubicBezTo>
                      <a:cubicBezTo>
                        <a:pt x="6093333" y="4755388"/>
                        <a:pt x="6100953" y="4778248"/>
                        <a:pt x="6093333" y="4801108"/>
                      </a:cubicBezTo>
                      <a:cubicBezTo>
                        <a:pt x="6085713" y="4808728"/>
                        <a:pt x="6070473" y="4816348"/>
                        <a:pt x="6055233" y="4816348"/>
                      </a:cubicBezTo>
                      <a:cubicBezTo>
                        <a:pt x="6047613" y="4816348"/>
                        <a:pt x="6047613" y="4816348"/>
                        <a:pt x="6039993" y="4816348"/>
                      </a:cubicBezTo>
                      <a:close/>
                      <a:moveTo>
                        <a:pt x="304673" y="4610608"/>
                      </a:moveTo>
                      <a:cubicBezTo>
                        <a:pt x="289433" y="4595368"/>
                        <a:pt x="297053" y="4572508"/>
                        <a:pt x="319913" y="4557268"/>
                      </a:cubicBezTo>
                      <a:cubicBezTo>
                        <a:pt x="342773" y="4549648"/>
                        <a:pt x="358013" y="4557268"/>
                        <a:pt x="373253" y="4580128"/>
                      </a:cubicBezTo>
                      <a:cubicBezTo>
                        <a:pt x="380873" y="4595368"/>
                        <a:pt x="373253" y="4618228"/>
                        <a:pt x="350393" y="4625848"/>
                      </a:cubicBezTo>
                      <a:cubicBezTo>
                        <a:pt x="350393" y="4633468"/>
                        <a:pt x="342773" y="4633468"/>
                        <a:pt x="335153" y="4633468"/>
                      </a:cubicBezTo>
                      <a:cubicBezTo>
                        <a:pt x="319913" y="4633468"/>
                        <a:pt x="304673" y="4625848"/>
                        <a:pt x="304673" y="4610608"/>
                      </a:cubicBezTo>
                      <a:close/>
                      <a:moveTo>
                        <a:pt x="6139053" y="4625848"/>
                      </a:moveTo>
                      <a:cubicBezTo>
                        <a:pt x="6116193" y="4618228"/>
                        <a:pt x="6108573" y="4595368"/>
                        <a:pt x="6116193" y="4572508"/>
                      </a:cubicBezTo>
                      <a:cubicBezTo>
                        <a:pt x="6131433" y="4557268"/>
                        <a:pt x="6154293" y="4542028"/>
                        <a:pt x="6169533" y="4557268"/>
                      </a:cubicBezTo>
                      <a:cubicBezTo>
                        <a:pt x="6192393" y="4564888"/>
                        <a:pt x="6200013" y="4587748"/>
                        <a:pt x="6192393" y="4602988"/>
                      </a:cubicBezTo>
                      <a:cubicBezTo>
                        <a:pt x="6184773" y="4618228"/>
                        <a:pt x="6169533" y="4625848"/>
                        <a:pt x="6154293" y="4625848"/>
                      </a:cubicBezTo>
                      <a:cubicBezTo>
                        <a:pt x="6146673" y="4625848"/>
                        <a:pt x="6146673" y="4625848"/>
                        <a:pt x="6139053" y="4625848"/>
                      </a:cubicBezTo>
                      <a:close/>
                      <a:moveTo>
                        <a:pt x="213233" y="4412488"/>
                      </a:moveTo>
                      <a:cubicBezTo>
                        <a:pt x="205613" y="4389628"/>
                        <a:pt x="220853" y="4366768"/>
                        <a:pt x="236093" y="4359148"/>
                      </a:cubicBezTo>
                      <a:cubicBezTo>
                        <a:pt x="258953" y="4351528"/>
                        <a:pt x="281813" y="4366768"/>
                        <a:pt x="289433" y="4382008"/>
                      </a:cubicBezTo>
                      <a:cubicBezTo>
                        <a:pt x="297053" y="4404868"/>
                        <a:pt x="281813" y="4427728"/>
                        <a:pt x="266573" y="4435348"/>
                      </a:cubicBezTo>
                      <a:cubicBezTo>
                        <a:pt x="258953" y="4435348"/>
                        <a:pt x="258953" y="4435348"/>
                        <a:pt x="251333" y="4435348"/>
                      </a:cubicBezTo>
                      <a:cubicBezTo>
                        <a:pt x="236093" y="4435348"/>
                        <a:pt x="220853" y="4427728"/>
                        <a:pt x="213233" y="4412488"/>
                      </a:cubicBezTo>
                      <a:close/>
                      <a:moveTo>
                        <a:pt x="6222746" y="4427728"/>
                      </a:moveTo>
                      <a:cubicBezTo>
                        <a:pt x="6207506" y="4420108"/>
                        <a:pt x="6192266" y="4397248"/>
                        <a:pt x="6199886" y="4374388"/>
                      </a:cubicBezTo>
                      <a:cubicBezTo>
                        <a:pt x="6207506" y="4359148"/>
                        <a:pt x="6230366" y="4351528"/>
                        <a:pt x="6253226" y="4359148"/>
                      </a:cubicBezTo>
                      <a:cubicBezTo>
                        <a:pt x="6268466" y="4366768"/>
                        <a:pt x="6283706" y="4382008"/>
                        <a:pt x="6276086" y="4404868"/>
                      </a:cubicBezTo>
                      <a:cubicBezTo>
                        <a:pt x="6268466" y="4420108"/>
                        <a:pt x="6253226" y="4427728"/>
                        <a:pt x="6237986" y="4427728"/>
                      </a:cubicBezTo>
                      <a:cubicBezTo>
                        <a:pt x="6230366" y="4427728"/>
                        <a:pt x="6230366" y="4427728"/>
                        <a:pt x="6222746" y="4427728"/>
                      </a:cubicBezTo>
                      <a:close/>
                      <a:moveTo>
                        <a:pt x="144653" y="4206748"/>
                      </a:moveTo>
                      <a:cubicBezTo>
                        <a:pt x="137033" y="4183888"/>
                        <a:pt x="152273" y="4168648"/>
                        <a:pt x="167513" y="4161028"/>
                      </a:cubicBezTo>
                      <a:cubicBezTo>
                        <a:pt x="190373" y="4153408"/>
                        <a:pt x="213233" y="4161028"/>
                        <a:pt x="220853" y="4183888"/>
                      </a:cubicBezTo>
                      <a:cubicBezTo>
                        <a:pt x="220853" y="4206748"/>
                        <a:pt x="213233" y="4229608"/>
                        <a:pt x="190373" y="4229608"/>
                      </a:cubicBezTo>
                      <a:cubicBezTo>
                        <a:pt x="190373" y="4237228"/>
                        <a:pt x="182753" y="4237228"/>
                        <a:pt x="182753" y="4237228"/>
                      </a:cubicBezTo>
                      <a:cubicBezTo>
                        <a:pt x="167513" y="4237228"/>
                        <a:pt x="152273" y="4221988"/>
                        <a:pt x="144653" y="4206748"/>
                      </a:cubicBezTo>
                      <a:close/>
                      <a:moveTo>
                        <a:pt x="6298819" y="4221988"/>
                      </a:moveTo>
                      <a:cubicBezTo>
                        <a:pt x="6275959" y="4221988"/>
                        <a:pt x="6268339" y="4199128"/>
                        <a:pt x="6268339" y="4176268"/>
                      </a:cubicBezTo>
                      <a:cubicBezTo>
                        <a:pt x="6275959" y="4161028"/>
                        <a:pt x="6298819" y="4145788"/>
                        <a:pt x="6321679" y="4153408"/>
                      </a:cubicBezTo>
                      <a:cubicBezTo>
                        <a:pt x="6336919" y="4161028"/>
                        <a:pt x="6352159" y="4176268"/>
                        <a:pt x="6344539" y="4199128"/>
                      </a:cubicBezTo>
                      <a:cubicBezTo>
                        <a:pt x="6336919" y="4214368"/>
                        <a:pt x="6321679" y="4229608"/>
                        <a:pt x="6306439" y="4229608"/>
                      </a:cubicBezTo>
                      <a:cubicBezTo>
                        <a:pt x="6306439" y="4229608"/>
                        <a:pt x="6298819" y="4229608"/>
                        <a:pt x="6298819" y="4221988"/>
                      </a:cubicBezTo>
                      <a:close/>
                      <a:moveTo>
                        <a:pt x="91440" y="4000881"/>
                      </a:moveTo>
                      <a:cubicBezTo>
                        <a:pt x="83820" y="3978021"/>
                        <a:pt x="99060" y="3955161"/>
                        <a:pt x="114300" y="3955161"/>
                      </a:cubicBezTo>
                      <a:cubicBezTo>
                        <a:pt x="137160" y="3947541"/>
                        <a:pt x="160020" y="3962781"/>
                        <a:pt x="160020" y="3978021"/>
                      </a:cubicBezTo>
                      <a:cubicBezTo>
                        <a:pt x="167640" y="4000881"/>
                        <a:pt x="152400" y="4023741"/>
                        <a:pt x="137160" y="4023741"/>
                      </a:cubicBezTo>
                      <a:cubicBezTo>
                        <a:pt x="129540" y="4023741"/>
                        <a:pt x="129540" y="4023741"/>
                        <a:pt x="121920" y="4023741"/>
                      </a:cubicBezTo>
                      <a:cubicBezTo>
                        <a:pt x="106680" y="4023741"/>
                        <a:pt x="91440" y="4016121"/>
                        <a:pt x="91440" y="4000881"/>
                      </a:cubicBezTo>
                      <a:close/>
                      <a:moveTo>
                        <a:pt x="6352286" y="4016121"/>
                      </a:moveTo>
                      <a:cubicBezTo>
                        <a:pt x="6337046" y="4016121"/>
                        <a:pt x="6321806" y="3993261"/>
                        <a:pt x="6329426" y="3970401"/>
                      </a:cubicBezTo>
                      <a:cubicBezTo>
                        <a:pt x="6329426" y="3955161"/>
                        <a:pt x="6352286" y="3939921"/>
                        <a:pt x="6375146" y="3947541"/>
                      </a:cubicBezTo>
                      <a:cubicBezTo>
                        <a:pt x="6390386" y="3947541"/>
                        <a:pt x="6405626" y="3970401"/>
                        <a:pt x="6398006" y="3993261"/>
                      </a:cubicBezTo>
                      <a:cubicBezTo>
                        <a:pt x="6398006" y="4008501"/>
                        <a:pt x="6382766" y="4023741"/>
                        <a:pt x="6367526" y="4023741"/>
                      </a:cubicBezTo>
                      <a:cubicBezTo>
                        <a:pt x="6359906" y="4023741"/>
                        <a:pt x="6359906" y="4016121"/>
                        <a:pt x="6352286" y="4016121"/>
                      </a:cubicBezTo>
                      <a:close/>
                      <a:moveTo>
                        <a:pt x="45720" y="3787521"/>
                      </a:moveTo>
                      <a:cubicBezTo>
                        <a:pt x="38100" y="3764661"/>
                        <a:pt x="53340" y="3741801"/>
                        <a:pt x="76200" y="3741801"/>
                      </a:cubicBezTo>
                      <a:cubicBezTo>
                        <a:pt x="99060" y="3741801"/>
                        <a:pt x="114300" y="3749421"/>
                        <a:pt x="121920" y="3772281"/>
                      </a:cubicBezTo>
                      <a:cubicBezTo>
                        <a:pt x="121920" y="3795141"/>
                        <a:pt x="106680" y="3810381"/>
                        <a:pt x="91440" y="3818001"/>
                      </a:cubicBezTo>
                      <a:cubicBezTo>
                        <a:pt x="83820" y="3818001"/>
                        <a:pt x="83820" y="3818001"/>
                        <a:pt x="83820" y="3818001"/>
                      </a:cubicBezTo>
                      <a:cubicBezTo>
                        <a:pt x="60960" y="3818001"/>
                        <a:pt x="45720" y="3802761"/>
                        <a:pt x="45720" y="3787521"/>
                      </a:cubicBezTo>
                      <a:close/>
                      <a:moveTo>
                        <a:pt x="6398006" y="3810381"/>
                      </a:moveTo>
                      <a:cubicBezTo>
                        <a:pt x="6382766" y="3802761"/>
                        <a:pt x="6367526" y="3787521"/>
                        <a:pt x="6367526" y="3764661"/>
                      </a:cubicBezTo>
                      <a:cubicBezTo>
                        <a:pt x="6375146" y="3741801"/>
                        <a:pt x="6390386" y="3734181"/>
                        <a:pt x="6413246" y="3734181"/>
                      </a:cubicBezTo>
                      <a:cubicBezTo>
                        <a:pt x="6436106" y="3734181"/>
                        <a:pt x="6443726" y="3757041"/>
                        <a:pt x="6443726" y="3779901"/>
                      </a:cubicBezTo>
                      <a:cubicBezTo>
                        <a:pt x="6443726" y="3795141"/>
                        <a:pt x="6428486" y="3810381"/>
                        <a:pt x="6405626" y="3810381"/>
                      </a:cubicBezTo>
                      <a:cubicBezTo>
                        <a:pt x="6405626" y="3810381"/>
                        <a:pt x="6405626" y="3810381"/>
                        <a:pt x="6398006" y="3810381"/>
                      </a:cubicBezTo>
                      <a:close/>
                      <a:moveTo>
                        <a:pt x="15240" y="3574161"/>
                      </a:moveTo>
                      <a:cubicBezTo>
                        <a:pt x="15240" y="3551301"/>
                        <a:pt x="30480" y="3528441"/>
                        <a:pt x="53340" y="3528441"/>
                      </a:cubicBezTo>
                      <a:cubicBezTo>
                        <a:pt x="68580" y="3528441"/>
                        <a:pt x="91440" y="3543681"/>
                        <a:pt x="91440" y="3566541"/>
                      </a:cubicBezTo>
                      <a:cubicBezTo>
                        <a:pt x="91440" y="3581781"/>
                        <a:pt x="76200" y="3604641"/>
                        <a:pt x="60960" y="3604641"/>
                      </a:cubicBezTo>
                      <a:cubicBezTo>
                        <a:pt x="53340" y="3604641"/>
                        <a:pt x="53340" y="3604641"/>
                        <a:pt x="53340" y="3604641"/>
                      </a:cubicBezTo>
                      <a:cubicBezTo>
                        <a:pt x="38100" y="3604641"/>
                        <a:pt x="15240" y="3589401"/>
                        <a:pt x="15240" y="3574161"/>
                      </a:cubicBezTo>
                      <a:close/>
                      <a:moveTo>
                        <a:pt x="6428486" y="3597021"/>
                      </a:moveTo>
                      <a:cubicBezTo>
                        <a:pt x="6413246" y="3597021"/>
                        <a:pt x="6398006" y="3574161"/>
                        <a:pt x="6398006" y="3558921"/>
                      </a:cubicBezTo>
                      <a:cubicBezTo>
                        <a:pt x="6398006" y="3536061"/>
                        <a:pt x="6420866" y="3520821"/>
                        <a:pt x="6436106" y="3520821"/>
                      </a:cubicBezTo>
                      <a:cubicBezTo>
                        <a:pt x="6458966" y="3520821"/>
                        <a:pt x="6474206" y="3543681"/>
                        <a:pt x="6474206" y="3566541"/>
                      </a:cubicBezTo>
                      <a:cubicBezTo>
                        <a:pt x="6474206" y="3581781"/>
                        <a:pt x="6451346" y="3597021"/>
                        <a:pt x="6436106" y="3597021"/>
                      </a:cubicBezTo>
                      <a:cubicBezTo>
                        <a:pt x="6436106" y="3597021"/>
                        <a:pt x="6428486" y="3597021"/>
                        <a:pt x="6428486" y="3597021"/>
                      </a:cubicBezTo>
                      <a:close/>
                      <a:moveTo>
                        <a:pt x="0" y="3353181"/>
                      </a:moveTo>
                      <a:cubicBezTo>
                        <a:pt x="0" y="3330321"/>
                        <a:pt x="15240" y="3315081"/>
                        <a:pt x="38100" y="3315081"/>
                      </a:cubicBezTo>
                      <a:cubicBezTo>
                        <a:pt x="60960" y="3315081"/>
                        <a:pt x="76200" y="3330321"/>
                        <a:pt x="76200" y="3353181"/>
                      </a:cubicBezTo>
                      <a:cubicBezTo>
                        <a:pt x="76200" y="3376041"/>
                        <a:pt x="60960" y="3391281"/>
                        <a:pt x="38100" y="3391281"/>
                      </a:cubicBezTo>
                      <a:cubicBezTo>
                        <a:pt x="15240" y="3391281"/>
                        <a:pt x="0" y="3376041"/>
                        <a:pt x="0" y="3353181"/>
                      </a:cubicBezTo>
                      <a:close/>
                      <a:moveTo>
                        <a:pt x="6443599" y="3383661"/>
                      </a:moveTo>
                      <a:cubicBezTo>
                        <a:pt x="6428359" y="3383661"/>
                        <a:pt x="6413119" y="3368421"/>
                        <a:pt x="6413119" y="3345561"/>
                      </a:cubicBezTo>
                      <a:cubicBezTo>
                        <a:pt x="6413119" y="3322701"/>
                        <a:pt x="6428359" y="3307461"/>
                        <a:pt x="6451219" y="3307461"/>
                      </a:cubicBezTo>
                      <a:cubicBezTo>
                        <a:pt x="6474079" y="3307461"/>
                        <a:pt x="6489319" y="3322701"/>
                        <a:pt x="6489319" y="3345561"/>
                      </a:cubicBezTo>
                      <a:cubicBezTo>
                        <a:pt x="6489319" y="3368421"/>
                        <a:pt x="6466459" y="3383661"/>
                        <a:pt x="6451219" y="3383661"/>
                      </a:cubicBezTo>
                      <a:cubicBezTo>
                        <a:pt x="6451219" y="3383661"/>
                        <a:pt x="6443599" y="3383661"/>
                        <a:pt x="6443599" y="3383661"/>
                      </a:cubicBezTo>
                      <a:close/>
                      <a:moveTo>
                        <a:pt x="38100" y="3177921"/>
                      </a:moveTo>
                      <a:cubicBezTo>
                        <a:pt x="15240" y="3177921"/>
                        <a:pt x="0" y="3155061"/>
                        <a:pt x="0" y="3139821"/>
                      </a:cubicBezTo>
                      <a:cubicBezTo>
                        <a:pt x="0" y="3116961"/>
                        <a:pt x="22860" y="3101721"/>
                        <a:pt x="38100" y="3101721"/>
                      </a:cubicBezTo>
                      <a:cubicBezTo>
                        <a:pt x="60960" y="3101721"/>
                        <a:pt x="76200" y="3116961"/>
                        <a:pt x="76200" y="3139821"/>
                      </a:cubicBezTo>
                      <a:cubicBezTo>
                        <a:pt x="76200" y="3162681"/>
                        <a:pt x="60960" y="3177921"/>
                        <a:pt x="38100" y="3177921"/>
                      </a:cubicBezTo>
                      <a:close/>
                      <a:moveTo>
                        <a:pt x="6413246" y="3132201"/>
                      </a:moveTo>
                      <a:cubicBezTo>
                        <a:pt x="6405626" y="3109341"/>
                        <a:pt x="6428486" y="3094101"/>
                        <a:pt x="6443726" y="3094101"/>
                      </a:cubicBezTo>
                      <a:cubicBezTo>
                        <a:pt x="6466586" y="3094101"/>
                        <a:pt x="6481826" y="3109341"/>
                        <a:pt x="6489446" y="3132201"/>
                      </a:cubicBezTo>
                      <a:cubicBezTo>
                        <a:pt x="6489446" y="3147441"/>
                        <a:pt x="6466586" y="3170301"/>
                        <a:pt x="6451346" y="3170301"/>
                      </a:cubicBezTo>
                      <a:cubicBezTo>
                        <a:pt x="6428486" y="3170301"/>
                        <a:pt x="6413246" y="3155061"/>
                        <a:pt x="6413246" y="3132201"/>
                      </a:cubicBezTo>
                      <a:close/>
                      <a:moveTo>
                        <a:pt x="53340" y="2964561"/>
                      </a:moveTo>
                      <a:cubicBezTo>
                        <a:pt x="30480" y="2964561"/>
                        <a:pt x="15240" y="2941701"/>
                        <a:pt x="15240" y="2918841"/>
                      </a:cubicBezTo>
                      <a:cubicBezTo>
                        <a:pt x="15240" y="2903601"/>
                        <a:pt x="38100" y="2888361"/>
                        <a:pt x="53340" y="2888361"/>
                      </a:cubicBezTo>
                      <a:cubicBezTo>
                        <a:pt x="76200" y="2888361"/>
                        <a:pt x="91440" y="2911221"/>
                        <a:pt x="91440" y="2926461"/>
                      </a:cubicBezTo>
                      <a:cubicBezTo>
                        <a:pt x="91440" y="2949321"/>
                        <a:pt x="76200" y="2964561"/>
                        <a:pt x="53340" y="2964561"/>
                      </a:cubicBezTo>
                      <a:close/>
                      <a:moveTo>
                        <a:pt x="6398006" y="2918841"/>
                      </a:moveTo>
                      <a:cubicBezTo>
                        <a:pt x="6390386" y="2903601"/>
                        <a:pt x="6405626" y="2880741"/>
                        <a:pt x="6428486" y="2880741"/>
                      </a:cubicBezTo>
                      <a:cubicBezTo>
                        <a:pt x="6451346" y="2880741"/>
                        <a:pt x="6466586" y="2895981"/>
                        <a:pt x="6474206" y="2911221"/>
                      </a:cubicBezTo>
                      <a:cubicBezTo>
                        <a:pt x="6474206" y="2934081"/>
                        <a:pt x="6458966" y="2956941"/>
                        <a:pt x="6436106" y="2956941"/>
                      </a:cubicBezTo>
                      <a:cubicBezTo>
                        <a:pt x="6413246" y="2956941"/>
                        <a:pt x="6398006" y="2941701"/>
                        <a:pt x="6398006" y="2918841"/>
                      </a:cubicBezTo>
                      <a:close/>
                      <a:moveTo>
                        <a:pt x="76200" y="2751074"/>
                      </a:moveTo>
                      <a:cubicBezTo>
                        <a:pt x="53340" y="2743454"/>
                        <a:pt x="38100" y="2728214"/>
                        <a:pt x="45720" y="2705354"/>
                      </a:cubicBezTo>
                      <a:cubicBezTo>
                        <a:pt x="45720" y="2682494"/>
                        <a:pt x="68580" y="2674874"/>
                        <a:pt x="91440" y="2674874"/>
                      </a:cubicBezTo>
                      <a:cubicBezTo>
                        <a:pt x="106680" y="2674874"/>
                        <a:pt x="121920" y="2697734"/>
                        <a:pt x="121920" y="2720594"/>
                      </a:cubicBezTo>
                      <a:cubicBezTo>
                        <a:pt x="114300" y="2735834"/>
                        <a:pt x="99060" y="2751074"/>
                        <a:pt x="83820" y="2751074"/>
                      </a:cubicBezTo>
                      <a:cubicBezTo>
                        <a:pt x="76200" y="2751074"/>
                        <a:pt x="76200" y="2751074"/>
                        <a:pt x="76200" y="2751074"/>
                      </a:cubicBezTo>
                      <a:close/>
                      <a:moveTo>
                        <a:pt x="6367526" y="2712974"/>
                      </a:moveTo>
                      <a:cubicBezTo>
                        <a:pt x="6359906" y="2690114"/>
                        <a:pt x="6375146" y="2674874"/>
                        <a:pt x="6398006" y="2667254"/>
                      </a:cubicBezTo>
                      <a:cubicBezTo>
                        <a:pt x="6420866" y="2667254"/>
                        <a:pt x="6436106" y="2674874"/>
                        <a:pt x="6443726" y="2697734"/>
                      </a:cubicBezTo>
                      <a:cubicBezTo>
                        <a:pt x="6443726" y="2720594"/>
                        <a:pt x="6428486" y="2735834"/>
                        <a:pt x="6413246" y="2743454"/>
                      </a:cubicBezTo>
                      <a:cubicBezTo>
                        <a:pt x="6405626" y="2743454"/>
                        <a:pt x="6405626" y="2743454"/>
                        <a:pt x="6405626" y="2743454"/>
                      </a:cubicBezTo>
                      <a:cubicBezTo>
                        <a:pt x="6382766" y="2743454"/>
                        <a:pt x="6367526" y="2728214"/>
                        <a:pt x="6367526" y="2712974"/>
                      </a:cubicBezTo>
                      <a:close/>
                      <a:moveTo>
                        <a:pt x="114300" y="2537714"/>
                      </a:moveTo>
                      <a:cubicBezTo>
                        <a:pt x="91440" y="2537714"/>
                        <a:pt x="83820" y="2514854"/>
                        <a:pt x="83820" y="2491994"/>
                      </a:cubicBezTo>
                      <a:cubicBezTo>
                        <a:pt x="91440" y="2476754"/>
                        <a:pt x="114300" y="2461514"/>
                        <a:pt x="129540" y="2469134"/>
                      </a:cubicBezTo>
                      <a:cubicBezTo>
                        <a:pt x="152400" y="2469134"/>
                        <a:pt x="167640" y="2491994"/>
                        <a:pt x="160020" y="2514854"/>
                      </a:cubicBezTo>
                      <a:cubicBezTo>
                        <a:pt x="160020" y="2530094"/>
                        <a:pt x="144780" y="2537714"/>
                        <a:pt x="121920" y="2537714"/>
                      </a:cubicBezTo>
                      <a:cubicBezTo>
                        <a:pt x="121920" y="2537714"/>
                        <a:pt x="121920" y="2537714"/>
                        <a:pt x="114300" y="2537714"/>
                      </a:cubicBezTo>
                      <a:close/>
                      <a:moveTo>
                        <a:pt x="6321806" y="2507234"/>
                      </a:moveTo>
                      <a:cubicBezTo>
                        <a:pt x="6321806" y="2484374"/>
                        <a:pt x="6329426" y="2461514"/>
                        <a:pt x="6352286" y="2461514"/>
                      </a:cubicBezTo>
                      <a:cubicBezTo>
                        <a:pt x="6375146" y="2453894"/>
                        <a:pt x="6390386" y="2469134"/>
                        <a:pt x="6398006" y="2484374"/>
                      </a:cubicBezTo>
                      <a:cubicBezTo>
                        <a:pt x="6405626" y="2507234"/>
                        <a:pt x="6390386" y="2530094"/>
                        <a:pt x="6367526" y="2530094"/>
                      </a:cubicBezTo>
                      <a:cubicBezTo>
                        <a:pt x="6367526" y="2530094"/>
                        <a:pt x="6367526" y="2530094"/>
                        <a:pt x="6359906" y="2530094"/>
                      </a:cubicBezTo>
                      <a:cubicBezTo>
                        <a:pt x="6344666" y="2530094"/>
                        <a:pt x="6329426" y="2522474"/>
                        <a:pt x="6321806" y="2507234"/>
                      </a:cubicBezTo>
                      <a:close/>
                      <a:moveTo>
                        <a:pt x="167513" y="2331974"/>
                      </a:moveTo>
                      <a:cubicBezTo>
                        <a:pt x="152273" y="2324354"/>
                        <a:pt x="137033" y="2301494"/>
                        <a:pt x="144653" y="2286254"/>
                      </a:cubicBezTo>
                      <a:cubicBezTo>
                        <a:pt x="152273" y="2263394"/>
                        <a:pt x="175133" y="2255774"/>
                        <a:pt x="190373" y="2263394"/>
                      </a:cubicBezTo>
                      <a:cubicBezTo>
                        <a:pt x="213233" y="2263394"/>
                        <a:pt x="220853" y="2286254"/>
                        <a:pt x="213233" y="2309114"/>
                      </a:cubicBezTo>
                      <a:cubicBezTo>
                        <a:pt x="213233" y="2324354"/>
                        <a:pt x="197993" y="2331974"/>
                        <a:pt x="182753" y="2331974"/>
                      </a:cubicBezTo>
                      <a:cubicBezTo>
                        <a:pt x="175133" y="2331974"/>
                        <a:pt x="175133" y="2331974"/>
                        <a:pt x="167513" y="2331974"/>
                      </a:cubicBezTo>
                      <a:close/>
                      <a:moveTo>
                        <a:pt x="6268466" y="2301494"/>
                      </a:moveTo>
                      <a:cubicBezTo>
                        <a:pt x="6260846" y="2278634"/>
                        <a:pt x="6276086" y="2255774"/>
                        <a:pt x="6291326" y="2255774"/>
                      </a:cubicBezTo>
                      <a:cubicBezTo>
                        <a:pt x="6314186" y="2248154"/>
                        <a:pt x="6337046" y="2255774"/>
                        <a:pt x="6344666" y="2278634"/>
                      </a:cubicBezTo>
                      <a:cubicBezTo>
                        <a:pt x="6344666" y="2293874"/>
                        <a:pt x="6337046" y="2316734"/>
                        <a:pt x="6314186" y="2324354"/>
                      </a:cubicBezTo>
                      <a:cubicBezTo>
                        <a:pt x="6314186" y="2324354"/>
                        <a:pt x="6306566" y="2324354"/>
                        <a:pt x="6306566" y="2324354"/>
                      </a:cubicBezTo>
                      <a:cubicBezTo>
                        <a:pt x="6291326" y="2324354"/>
                        <a:pt x="6276086" y="2316734"/>
                        <a:pt x="6268466" y="2301494"/>
                      </a:cubicBezTo>
                      <a:close/>
                      <a:moveTo>
                        <a:pt x="236093" y="2126234"/>
                      </a:moveTo>
                      <a:cubicBezTo>
                        <a:pt x="220853" y="2118614"/>
                        <a:pt x="205613" y="2095754"/>
                        <a:pt x="213233" y="2080514"/>
                      </a:cubicBezTo>
                      <a:cubicBezTo>
                        <a:pt x="220853" y="2057654"/>
                        <a:pt x="243713" y="2050034"/>
                        <a:pt x="266573" y="2057654"/>
                      </a:cubicBezTo>
                      <a:cubicBezTo>
                        <a:pt x="281813" y="2065274"/>
                        <a:pt x="297053" y="2088134"/>
                        <a:pt x="289433" y="2103374"/>
                      </a:cubicBezTo>
                      <a:cubicBezTo>
                        <a:pt x="281813" y="2118614"/>
                        <a:pt x="266573" y="2133854"/>
                        <a:pt x="251333" y="2133854"/>
                      </a:cubicBezTo>
                      <a:cubicBezTo>
                        <a:pt x="243713" y="2133854"/>
                        <a:pt x="243713" y="2133854"/>
                        <a:pt x="236093" y="2126234"/>
                      </a:cubicBezTo>
                      <a:close/>
                      <a:moveTo>
                        <a:pt x="6199886" y="2103374"/>
                      </a:moveTo>
                      <a:cubicBezTo>
                        <a:pt x="6192266" y="2080514"/>
                        <a:pt x="6199886" y="2057654"/>
                        <a:pt x="6222746" y="2050034"/>
                      </a:cubicBezTo>
                      <a:cubicBezTo>
                        <a:pt x="6237986" y="2042414"/>
                        <a:pt x="6260846" y="2050034"/>
                        <a:pt x="6268466" y="2072894"/>
                      </a:cubicBezTo>
                      <a:cubicBezTo>
                        <a:pt x="6276086" y="2095754"/>
                        <a:pt x="6268466" y="2110994"/>
                        <a:pt x="6245606" y="2118614"/>
                      </a:cubicBezTo>
                      <a:cubicBezTo>
                        <a:pt x="6245606" y="2126234"/>
                        <a:pt x="6237986" y="2126234"/>
                        <a:pt x="6230366" y="2126234"/>
                      </a:cubicBezTo>
                      <a:cubicBezTo>
                        <a:pt x="6215126" y="2126234"/>
                        <a:pt x="6207506" y="2118614"/>
                        <a:pt x="6199886" y="2103374"/>
                      </a:cubicBezTo>
                      <a:close/>
                      <a:moveTo>
                        <a:pt x="319913" y="1928114"/>
                      </a:moveTo>
                      <a:cubicBezTo>
                        <a:pt x="297053" y="1920494"/>
                        <a:pt x="289433" y="1897634"/>
                        <a:pt x="297053" y="1882394"/>
                      </a:cubicBezTo>
                      <a:cubicBezTo>
                        <a:pt x="312293" y="1859534"/>
                        <a:pt x="335153" y="1851914"/>
                        <a:pt x="350393" y="1859534"/>
                      </a:cubicBezTo>
                      <a:cubicBezTo>
                        <a:pt x="373253" y="1867154"/>
                        <a:pt x="380873" y="1890014"/>
                        <a:pt x="365633" y="1912874"/>
                      </a:cubicBezTo>
                      <a:cubicBezTo>
                        <a:pt x="365633" y="1928114"/>
                        <a:pt x="350393" y="1935734"/>
                        <a:pt x="335153" y="1935734"/>
                      </a:cubicBezTo>
                      <a:cubicBezTo>
                        <a:pt x="327533" y="1935734"/>
                        <a:pt x="327533" y="1935734"/>
                        <a:pt x="319913" y="1928114"/>
                      </a:cubicBezTo>
                      <a:close/>
                      <a:moveTo>
                        <a:pt x="6116193" y="1905254"/>
                      </a:moveTo>
                      <a:cubicBezTo>
                        <a:pt x="6108573" y="1890014"/>
                        <a:pt x="6116193" y="1867154"/>
                        <a:pt x="6131433" y="1851914"/>
                      </a:cubicBezTo>
                      <a:cubicBezTo>
                        <a:pt x="6154293" y="1844294"/>
                        <a:pt x="6177153" y="1851914"/>
                        <a:pt x="6184773" y="1874774"/>
                      </a:cubicBezTo>
                      <a:cubicBezTo>
                        <a:pt x="6192393" y="1890014"/>
                        <a:pt x="6184773" y="1912874"/>
                        <a:pt x="6169533" y="1928114"/>
                      </a:cubicBezTo>
                      <a:cubicBezTo>
                        <a:pt x="6161913" y="1928114"/>
                        <a:pt x="6154293" y="1928114"/>
                        <a:pt x="6146673" y="1928114"/>
                      </a:cubicBezTo>
                      <a:cubicBezTo>
                        <a:pt x="6139053" y="1928114"/>
                        <a:pt x="6123813" y="1920494"/>
                        <a:pt x="6116193" y="1905254"/>
                      </a:cubicBezTo>
                      <a:close/>
                      <a:moveTo>
                        <a:pt x="411353" y="1737614"/>
                      </a:moveTo>
                      <a:cubicBezTo>
                        <a:pt x="396113" y="1729994"/>
                        <a:pt x="388493" y="1707134"/>
                        <a:pt x="396113" y="1684274"/>
                      </a:cubicBezTo>
                      <a:cubicBezTo>
                        <a:pt x="411353" y="1669034"/>
                        <a:pt x="434213" y="1661414"/>
                        <a:pt x="449453" y="1669034"/>
                      </a:cubicBezTo>
                      <a:cubicBezTo>
                        <a:pt x="464693" y="1684274"/>
                        <a:pt x="472313" y="1707134"/>
                        <a:pt x="464693" y="1722374"/>
                      </a:cubicBezTo>
                      <a:cubicBezTo>
                        <a:pt x="457073" y="1737614"/>
                        <a:pt x="441833" y="1745234"/>
                        <a:pt x="434213" y="1745234"/>
                      </a:cubicBezTo>
                      <a:cubicBezTo>
                        <a:pt x="426593" y="1745234"/>
                        <a:pt x="418973" y="1737614"/>
                        <a:pt x="411353" y="1737614"/>
                      </a:cubicBezTo>
                      <a:close/>
                      <a:moveTo>
                        <a:pt x="6017133" y="1714754"/>
                      </a:moveTo>
                      <a:cubicBezTo>
                        <a:pt x="6009513" y="1699514"/>
                        <a:pt x="6017133" y="1676654"/>
                        <a:pt x="6032373" y="1669034"/>
                      </a:cubicBezTo>
                      <a:cubicBezTo>
                        <a:pt x="6055233" y="1653794"/>
                        <a:pt x="6078093" y="1661414"/>
                        <a:pt x="6085713" y="1684274"/>
                      </a:cubicBezTo>
                      <a:cubicBezTo>
                        <a:pt x="6093333" y="1699514"/>
                        <a:pt x="6093333" y="1722374"/>
                        <a:pt x="6070473" y="1729994"/>
                      </a:cubicBezTo>
                      <a:cubicBezTo>
                        <a:pt x="6062853" y="1737614"/>
                        <a:pt x="6062853" y="1737614"/>
                        <a:pt x="6055233" y="1737614"/>
                      </a:cubicBezTo>
                      <a:cubicBezTo>
                        <a:pt x="6039993" y="1737614"/>
                        <a:pt x="6024753" y="1729994"/>
                        <a:pt x="6017133" y="1714754"/>
                      </a:cubicBezTo>
                      <a:close/>
                      <a:moveTo>
                        <a:pt x="517906" y="1554607"/>
                      </a:moveTo>
                      <a:cubicBezTo>
                        <a:pt x="502666" y="1539367"/>
                        <a:pt x="495046" y="1516507"/>
                        <a:pt x="510286" y="1501267"/>
                      </a:cubicBezTo>
                      <a:cubicBezTo>
                        <a:pt x="517906" y="1478407"/>
                        <a:pt x="540766" y="1478407"/>
                        <a:pt x="563626" y="1486027"/>
                      </a:cubicBezTo>
                      <a:cubicBezTo>
                        <a:pt x="578866" y="1501267"/>
                        <a:pt x="586486" y="1524127"/>
                        <a:pt x="571246" y="1539367"/>
                      </a:cubicBezTo>
                      <a:cubicBezTo>
                        <a:pt x="563626" y="1554607"/>
                        <a:pt x="556006" y="1554607"/>
                        <a:pt x="540766" y="1554607"/>
                      </a:cubicBezTo>
                      <a:cubicBezTo>
                        <a:pt x="533146" y="1554607"/>
                        <a:pt x="525526" y="1554607"/>
                        <a:pt x="517906" y="1554607"/>
                      </a:cubicBezTo>
                      <a:close/>
                      <a:moveTo>
                        <a:pt x="5910453" y="1539367"/>
                      </a:moveTo>
                      <a:cubicBezTo>
                        <a:pt x="5902833" y="1516507"/>
                        <a:pt x="5902833" y="1493647"/>
                        <a:pt x="5925693" y="1486027"/>
                      </a:cubicBezTo>
                      <a:cubicBezTo>
                        <a:pt x="5940933" y="1470787"/>
                        <a:pt x="5963793" y="1478407"/>
                        <a:pt x="5979033" y="1493647"/>
                      </a:cubicBezTo>
                      <a:cubicBezTo>
                        <a:pt x="5986653" y="1508887"/>
                        <a:pt x="5979033" y="1539367"/>
                        <a:pt x="5963793" y="1546987"/>
                      </a:cubicBezTo>
                      <a:cubicBezTo>
                        <a:pt x="5956173" y="1554607"/>
                        <a:pt x="5948553" y="1554607"/>
                        <a:pt x="5940933" y="1554607"/>
                      </a:cubicBezTo>
                      <a:cubicBezTo>
                        <a:pt x="5933313" y="1554607"/>
                        <a:pt x="5918073" y="1546987"/>
                        <a:pt x="5910453" y="1539367"/>
                      </a:cubicBezTo>
                      <a:close/>
                      <a:moveTo>
                        <a:pt x="639826" y="1371727"/>
                      </a:moveTo>
                      <a:cubicBezTo>
                        <a:pt x="624586" y="1364107"/>
                        <a:pt x="616966" y="1341247"/>
                        <a:pt x="632206" y="1318387"/>
                      </a:cubicBezTo>
                      <a:cubicBezTo>
                        <a:pt x="647446" y="1303147"/>
                        <a:pt x="670306" y="1303147"/>
                        <a:pt x="685546" y="1310767"/>
                      </a:cubicBezTo>
                      <a:cubicBezTo>
                        <a:pt x="700786" y="1326007"/>
                        <a:pt x="708406" y="1348867"/>
                        <a:pt x="693166" y="1364107"/>
                      </a:cubicBezTo>
                      <a:cubicBezTo>
                        <a:pt x="685546" y="1379347"/>
                        <a:pt x="677926" y="1379347"/>
                        <a:pt x="662686" y="1379347"/>
                      </a:cubicBezTo>
                      <a:cubicBezTo>
                        <a:pt x="655066" y="1379347"/>
                        <a:pt x="647446" y="1379347"/>
                        <a:pt x="639826" y="1371727"/>
                      </a:cubicBezTo>
                      <a:close/>
                      <a:moveTo>
                        <a:pt x="5788660" y="1364107"/>
                      </a:moveTo>
                      <a:cubicBezTo>
                        <a:pt x="5781040" y="1341247"/>
                        <a:pt x="5781040" y="1318387"/>
                        <a:pt x="5796280" y="1310767"/>
                      </a:cubicBezTo>
                      <a:cubicBezTo>
                        <a:pt x="5819140" y="1295527"/>
                        <a:pt x="5842000" y="1303147"/>
                        <a:pt x="5849620" y="1318387"/>
                      </a:cubicBezTo>
                      <a:cubicBezTo>
                        <a:pt x="5864860" y="1333627"/>
                        <a:pt x="5864860" y="1356487"/>
                        <a:pt x="5842000" y="1371727"/>
                      </a:cubicBezTo>
                      <a:cubicBezTo>
                        <a:pt x="5834380" y="1371727"/>
                        <a:pt x="5826760" y="1379347"/>
                        <a:pt x="5819140" y="1379347"/>
                      </a:cubicBezTo>
                      <a:cubicBezTo>
                        <a:pt x="5811520" y="1379347"/>
                        <a:pt x="5796280" y="1371727"/>
                        <a:pt x="5788660" y="1364107"/>
                      </a:cubicBezTo>
                      <a:close/>
                      <a:moveTo>
                        <a:pt x="769239" y="1204087"/>
                      </a:moveTo>
                      <a:cubicBezTo>
                        <a:pt x="753999" y="1188847"/>
                        <a:pt x="753999" y="1165987"/>
                        <a:pt x="769239" y="1150747"/>
                      </a:cubicBezTo>
                      <a:cubicBezTo>
                        <a:pt x="776859" y="1135507"/>
                        <a:pt x="807339" y="1135507"/>
                        <a:pt x="822579" y="1143127"/>
                      </a:cubicBezTo>
                      <a:cubicBezTo>
                        <a:pt x="837819" y="1158367"/>
                        <a:pt x="837819" y="1181227"/>
                        <a:pt x="822579" y="1196467"/>
                      </a:cubicBezTo>
                      <a:cubicBezTo>
                        <a:pt x="814959" y="1211707"/>
                        <a:pt x="807339" y="1211707"/>
                        <a:pt x="792099" y="1211707"/>
                      </a:cubicBezTo>
                      <a:cubicBezTo>
                        <a:pt x="784479" y="1211707"/>
                        <a:pt x="776859" y="1211707"/>
                        <a:pt x="769239" y="1204087"/>
                      </a:cubicBezTo>
                      <a:close/>
                      <a:moveTo>
                        <a:pt x="5659120" y="1196467"/>
                      </a:moveTo>
                      <a:cubicBezTo>
                        <a:pt x="5643880" y="1181227"/>
                        <a:pt x="5651500" y="1158367"/>
                        <a:pt x="5666740" y="1143127"/>
                      </a:cubicBezTo>
                      <a:cubicBezTo>
                        <a:pt x="5681980" y="1127887"/>
                        <a:pt x="5704840" y="1127887"/>
                        <a:pt x="5720080" y="1143127"/>
                      </a:cubicBezTo>
                      <a:cubicBezTo>
                        <a:pt x="5727700" y="1165987"/>
                        <a:pt x="5727700" y="1188847"/>
                        <a:pt x="5712460" y="1196467"/>
                      </a:cubicBezTo>
                      <a:cubicBezTo>
                        <a:pt x="5704840" y="1204087"/>
                        <a:pt x="5697220" y="1211707"/>
                        <a:pt x="5689600" y="1211707"/>
                      </a:cubicBezTo>
                      <a:cubicBezTo>
                        <a:pt x="5674360" y="1211707"/>
                        <a:pt x="5666740" y="1204087"/>
                        <a:pt x="5659120" y="1196467"/>
                      </a:cubicBezTo>
                      <a:close/>
                      <a:moveTo>
                        <a:pt x="914019" y="1044067"/>
                      </a:moveTo>
                      <a:cubicBezTo>
                        <a:pt x="898779" y="1028827"/>
                        <a:pt x="898779" y="1005967"/>
                        <a:pt x="914019" y="990727"/>
                      </a:cubicBezTo>
                      <a:cubicBezTo>
                        <a:pt x="929259" y="975487"/>
                        <a:pt x="952119" y="975487"/>
                        <a:pt x="967359" y="990727"/>
                      </a:cubicBezTo>
                      <a:cubicBezTo>
                        <a:pt x="982599" y="1005967"/>
                        <a:pt x="982599" y="1028827"/>
                        <a:pt x="967359" y="1044067"/>
                      </a:cubicBezTo>
                      <a:cubicBezTo>
                        <a:pt x="959739" y="1051687"/>
                        <a:pt x="952119" y="1051687"/>
                        <a:pt x="936879" y="1051687"/>
                      </a:cubicBezTo>
                      <a:cubicBezTo>
                        <a:pt x="929259" y="1051687"/>
                        <a:pt x="921639" y="1051687"/>
                        <a:pt x="914019" y="1044067"/>
                      </a:cubicBezTo>
                      <a:close/>
                      <a:moveTo>
                        <a:pt x="5514467" y="1036447"/>
                      </a:moveTo>
                      <a:cubicBezTo>
                        <a:pt x="5499227" y="1021207"/>
                        <a:pt x="5506847" y="998347"/>
                        <a:pt x="5514467" y="983107"/>
                      </a:cubicBezTo>
                      <a:cubicBezTo>
                        <a:pt x="5529707" y="967867"/>
                        <a:pt x="5560187" y="967867"/>
                        <a:pt x="5575427" y="983107"/>
                      </a:cubicBezTo>
                      <a:cubicBezTo>
                        <a:pt x="5583047" y="998347"/>
                        <a:pt x="5583047" y="1028827"/>
                        <a:pt x="5567807" y="1036447"/>
                      </a:cubicBezTo>
                      <a:cubicBezTo>
                        <a:pt x="5560187" y="1044067"/>
                        <a:pt x="5552567" y="1051687"/>
                        <a:pt x="5544947" y="1051687"/>
                      </a:cubicBezTo>
                      <a:cubicBezTo>
                        <a:pt x="5537327" y="1051687"/>
                        <a:pt x="5522087" y="1044067"/>
                        <a:pt x="5514467" y="1036447"/>
                      </a:cubicBezTo>
                      <a:close/>
                      <a:moveTo>
                        <a:pt x="1066292" y="891667"/>
                      </a:moveTo>
                      <a:cubicBezTo>
                        <a:pt x="1051052" y="876427"/>
                        <a:pt x="1051052" y="853567"/>
                        <a:pt x="1066292" y="838327"/>
                      </a:cubicBezTo>
                      <a:cubicBezTo>
                        <a:pt x="1081532" y="823087"/>
                        <a:pt x="1104392" y="823087"/>
                        <a:pt x="1119632" y="838327"/>
                      </a:cubicBezTo>
                      <a:cubicBezTo>
                        <a:pt x="1134872" y="853567"/>
                        <a:pt x="1134872" y="884047"/>
                        <a:pt x="1119632" y="899287"/>
                      </a:cubicBezTo>
                      <a:cubicBezTo>
                        <a:pt x="1112012" y="899287"/>
                        <a:pt x="1104392" y="906907"/>
                        <a:pt x="1089152" y="906907"/>
                      </a:cubicBezTo>
                      <a:cubicBezTo>
                        <a:pt x="1081532" y="906907"/>
                        <a:pt x="1073912" y="899287"/>
                        <a:pt x="1066292" y="891667"/>
                      </a:cubicBezTo>
                      <a:close/>
                      <a:moveTo>
                        <a:pt x="5362067" y="891667"/>
                      </a:moveTo>
                      <a:cubicBezTo>
                        <a:pt x="5346827" y="876427"/>
                        <a:pt x="5346827" y="853567"/>
                        <a:pt x="5362067" y="838327"/>
                      </a:cubicBezTo>
                      <a:cubicBezTo>
                        <a:pt x="5377307" y="823087"/>
                        <a:pt x="5400167" y="823087"/>
                        <a:pt x="5415407" y="838327"/>
                      </a:cubicBezTo>
                      <a:cubicBezTo>
                        <a:pt x="5430647" y="845947"/>
                        <a:pt x="5430647" y="876427"/>
                        <a:pt x="5415407" y="891667"/>
                      </a:cubicBezTo>
                      <a:cubicBezTo>
                        <a:pt x="5407787" y="899287"/>
                        <a:pt x="5400167" y="899287"/>
                        <a:pt x="5392547" y="899287"/>
                      </a:cubicBezTo>
                      <a:cubicBezTo>
                        <a:pt x="5384927" y="899287"/>
                        <a:pt x="5369687" y="899287"/>
                        <a:pt x="5362067" y="891667"/>
                      </a:cubicBezTo>
                      <a:close/>
                      <a:moveTo>
                        <a:pt x="1226312" y="754507"/>
                      </a:moveTo>
                      <a:cubicBezTo>
                        <a:pt x="1211072" y="739267"/>
                        <a:pt x="1218692" y="708787"/>
                        <a:pt x="1233932" y="701167"/>
                      </a:cubicBezTo>
                      <a:cubicBezTo>
                        <a:pt x="1249172" y="685927"/>
                        <a:pt x="1272032" y="685927"/>
                        <a:pt x="1287272" y="708787"/>
                      </a:cubicBezTo>
                      <a:cubicBezTo>
                        <a:pt x="1302512" y="724027"/>
                        <a:pt x="1294892" y="746887"/>
                        <a:pt x="1279652" y="762127"/>
                      </a:cubicBezTo>
                      <a:cubicBezTo>
                        <a:pt x="1272032" y="762127"/>
                        <a:pt x="1264412" y="769747"/>
                        <a:pt x="1256792" y="769747"/>
                      </a:cubicBezTo>
                      <a:cubicBezTo>
                        <a:pt x="1241552" y="769747"/>
                        <a:pt x="1233932" y="762127"/>
                        <a:pt x="1226312" y="754507"/>
                      </a:cubicBezTo>
                      <a:close/>
                      <a:moveTo>
                        <a:pt x="5202174" y="754507"/>
                      </a:moveTo>
                      <a:cubicBezTo>
                        <a:pt x="5186934" y="739267"/>
                        <a:pt x="5186934" y="716407"/>
                        <a:pt x="5194554" y="701167"/>
                      </a:cubicBezTo>
                      <a:cubicBezTo>
                        <a:pt x="5209794" y="685927"/>
                        <a:pt x="5232654" y="685927"/>
                        <a:pt x="5247894" y="693547"/>
                      </a:cubicBezTo>
                      <a:cubicBezTo>
                        <a:pt x="5270754" y="708787"/>
                        <a:pt x="5270754" y="731647"/>
                        <a:pt x="5255514" y="746887"/>
                      </a:cubicBezTo>
                      <a:cubicBezTo>
                        <a:pt x="5247894" y="762127"/>
                        <a:pt x="5240274" y="762127"/>
                        <a:pt x="5225034" y="762127"/>
                      </a:cubicBezTo>
                      <a:cubicBezTo>
                        <a:pt x="5217414" y="762127"/>
                        <a:pt x="5209794" y="762127"/>
                        <a:pt x="5202174" y="754507"/>
                      </a:cubicBezTo>
                      <a:close/>
                      <a:moveTo>
                        <a:pt x="1393825" y="624967"/>
                      </a:moveTo>
                      <a:cubicBezTo>
                        <a:pt x="1386205" y="602107"/>
                        <a:pt x="1386205" y="579247"/>
                        <a:pt x="1409065" y="571627"/>
                      </a:cubicBezTo>
                      <a:cubicBezTo>
                        <a:pt x="1424305" y="556387"/>
                        <a:pt x="1447165" y="564007"/>
                        <a:pt x="1462405" y="579247"/>
                      </a:cubicBezTo>
                      <a:cubicBezTo>
                        <a:pt x="1470025" y="594487"/>
                        <a:pt x="1470025" y="617347"/>
                        <a:pt x="1447165" y="632587"/>
                      </a:cubicBezTo>
                      <a:cubicBezTo>
                        <a:pt x="1439545" y="640207"/>
                        <a:pt x="1439545" y="640207"/>
                        <a:pt x="1431925" y="640207"/>
                      </a:cubicBezTo>
                      <a:cubicBezTo>
                        <a:pt x="1416685" y="640207"/>
                        <a:pt x="1401445" y="632587"/>
                        <a:pt x="1393825" y="624967"/>
                      </a:cubicBezTo>
                      <a:close/>
                      <a:moveTo>
                        <a:pt x="5034534" y="632587"/>
                      </a:moveTo>
                      <a:cubicBezTo>
                        <a:pt x="5011674" y="617347"/>
                        <a:pt x="5011674" y="594487"/>
                        <a:pt x="5019294" y="579247"/>
                      </a:cubicBezTo>
                      <a:cubicBezTo>
                        <a:pt x="5034534" y="556387"/>
                        <a:pt x="5057394" y="556387"/>
                        <a:pt x="5072634" y="564007"/>
                      </a:cubicBezTo>
                      <a:cubicBezTo>
                        <a:pt x="5095494" y="579247"/>
                        <a:pt x="5095494" y="602107"/>
                        <a:pt x="5087874" y="617347"/>
                      </a:cubicBezTo>
                      <a:cubicBezTo>
                        <a:pt x="5080254" y="632587"/>
                        <a:pt x="5065014" y="632587"/>
                        <a:pt x="5057394" y="632587"/>
                      </a:cubicBezTo>
                      <a:cubicBezTo>
                        <a:pt x="5049774" y="632587"/>
                        <a:pt x="5042154" y="632587"/>
                        <a:pt x="5034534" y="632587"/>
                      </a:cubicBezTo>
                      <a:close/>
                      <a:moveTo>
                        <a:pt x="1576578" y="502920"/>
                      </a:moveTo>
                      <a:cubicBezTo>
                        <a:pt x="1561338" y="487680"/>
                        <a:pt x="1568958" y="464820"/>
                        <a:pt x="1591818" y="449580"/>
                      </a:cubicBezTo>
                      <a:cubicBezTo>
                        <a:pt x="1607058" y="441960"/>
                        <a:pt x="1629918" y="449580"/>
                        <a:pt x="1637538" y="464820"/>
                      </a:cubicBezTo>
                      <a:cubicBezTo>
                        <a:pt x="1652778" y="487680"/>
                        <a:pt x="1645158" y="510540"/>
                        <a:pt x="1629918" y="518160"/>
                      </a:cubicBezTo>
                      <a:cubicBezTo>
                        <a:pt x="1622298" y="525780"/>
                        <a:pt x="1614678" y="525780"/>
                        <a:pt x="1607058" y="525780"/>
                      </a:cubicBezTo>
                      <a:cubicBezTo>
                        <a:pt x="1591818" y="525780"/>
                        <a:pt x="1584198" y="518160"/>
                        <a:pt x="1576578" y="502920"/>
                      </a:cubicBezTo>
                      <a:close/>
                      <a:moveTo>
                        <a:pt x="4851781" y="518160"/>
                      </a:moveTo>
                      <a:cubicBezTo>
                        <a:pt x="4836541" y="502920"/>
                        <a:pt x="4828921" y="480060"/>
                        <a:pt x="4844161" y="464820"/>
                      </a:cubicBezTo>
                      <a:cubicBezTo>
                        <a:pt x="4851781" y="441960"/>
                        <a:pt x="4874641" y="441960"/>
                        <a:pt x="4889881" y="449580"/>
                      </a:cubicBezTo>
                      <a:cubicBezTo>
                        <a:pt x="4912741" y="457200"/>
                        <a:pt x="4920361" y="487680"/>
                        <a:pt x="4905121" y="502920"/>
                      </a:cubicBezTo>
                      <a:cubicBezTo>
                        <a:pt x="4897501" y="510540"/>
                        <a:pt x="4889881" y="518160"/>
                        <a:pt x="4874641" y="518160"/>
                      </a:cubicBezTo>
                      <a:cubicBezTo>
                        <a:pt x="4867021" y="518160"/>
                        <a:pt x="4859401" y="518160"/>
                        <a:pt x="4851781" y="518160"/>
                      </a:cubicBezTo>
                      <a:close/>
                      <a:moveTo>
                        <a:pt x="1759458" y="396240"/>
                      </a:moveTo>
                      <a:cubicBezTo>
                        <a:pt x="1751838" y="381000"/>
                        <a:pt x="1759458" y="358140"/>
                        <a:pt x="1782318" y="350520"/>
                      </a:cubicBezTo>
                      <a:cubicBezTo>
                        <a:pt x="1797558" y="335280"/>
                        <a:pt x="1820418" y="342900"/>
                        <a:pt x="1828038" y="365760"/>
                      </a:cubicBezTo>
                      <a:cubicBezTo>
                        <a:pt x="1835658" y="381000"/>
                        <a:pt x="1835658" y="403860"/>
                        <a:pt x="1812798" y="419100"/>
                      </a:cubicBezTo>
                      <a:cubicBezTo>
                        <a:pt x="1805178" y="419100"/>
                        <a:pt x="1805178" y="419100"/>
                        <a:pt x="1797558" y="419100"/>
                      </a:cubicBezTo>
                      <a:cubicBezTo>
                        <a:pt x="1782318" y="419100"/>
                        <a:pt x="1767078" y="411480"/>
                        <a:pt x="1759458" y="396240"/>
                      </a:cubicBezTo>
                      <a:close/>
                      <a:moveTo>
                        <a:pt x="4669028" y="411480"/>
                      </a:moveTo>
                      <a:cubicBezTo>
                        <a:pt x="4646168" y="403860"/>
                        <a:pt x="4646168" y="381000"/>
                        <a:pt x="4653788" y="365760"/>
                      </a:cubicBezTo>
                      <a:cubicBezTo>
                        <a:pt x="4661408" y="342900"/>
                        <a:pt x="4684268" y="335280"/>
                        <a:pt x="4699508" y="342900"/>
                      </a:cubicBezTo>
                      <a:cubicBezTo>
                        <a:pt x="4722368" y="358140"/>
                        <a:pt x="4729988" y="381000"/>
                        <a:pt x="4722368" y="396240"/>
                      </a:cubicBezTo>
                      <a:cubicBezTo>
                        <a:pt x="4714748" y="411480"/>
                        <a:pt x="4699508" y="419100"/>
                        <a:pt x="4684268" y="419100"/>
                      </a:cubicBezTo>
                      <a:cubicBezTo>
                        <a:pt x="4676648" y="419100"/>
                        <a:pt x="4676648" y="419100"/>
                        <a:pt x="4669028" y="411480"/>
                      </a:cubicBezTo>
                      <a:close/>
                      <a:moveTo>
                        <a:pt x="1957451" y="304800"/>
                      </a:moveTo>
                      <a:cubicBezTo>
                        <a:pt x="1949831" y="289560"/>
                        <a:pt x="1957451" y="266700"/>
                        <a:pt x="1972691" y="259080"/>
                      </a:cubicBezTo>
                      <a:cubicBezTo>
                        <a:pt x="1995551" y="251460"/>
                        <a:pt x="2018411" y="259080"/>
                        <a:pt x="2026031" y="274320"/>
                      </a:cubicBezTo>
                      <a:cubicBezTo>
                        <a:pt x="2033651" y="297180"/>
                        <a:pt x="2026031" y="320040"/>
                        <a:pt x="2003171" y="327660"/>
                      </a:cubicBezTo>
                      <a:cubicBezTo>
                        <a:pt x="2003171" y="327660"/>
                        <a:pt x="1995551" y="327660"/>
                        <a:pt x="1987931" y="327660"/>
                      </a:cubicBezTo>
                      <a:cubicBezTo>
                        <a:pt x="1972691" y="327660"/>
                        <a:pt x="1957451" y="320040"/>
                        <a:pt x="1957451" y="304800"/>
                      </a:cubicBezTo>
                      <a:close/>
                      <a:moveTo>
                        <a:pt x="4478528" y="327660"/>
                      </a:moveTo>
                      <a:cubicBezTo>
                        <a:pt x="4455668" y="312420"/>
                        <a:pt x="4448048" y="297180"/>
                        <a:pt x="4455668" y="274320"/>
                      </a:cubicBezTo>
                      <a:cubicBezTo>
                        <a:pt x="4463288" y="251460"/>
                        <a:pt x="4486148" y="243840"/>
                        <a:pt x="4509008" y="251460"/>
                      </a:cubicBezTo>
                      <a:cubicBezTo>
                        <a:pt x="4524248" y="259080"/>
                        <a:pt x="4531868" y="281940"/>
                        <a:pt x="4524248" y="304800"/>
                      </a:cubicBezTo>
                      <a:cubicBezTo>
                        <a:pt x="4516628" y="320040"/>
                        <a:pt x="4509008" y="327660"/>
                        <a:pt x="4493768" y="327660"/>
                      </a:cubicBezTo>
                      <a:cubicBezTo>
                        <a:pt x="4486148" y="327660"/>
                        <a:pt x="4478528" y="327660"/>
                        <a:pt x="4478528" y="327660"/>
                      </a:cubicBezTo>
                      <a:close/>
                      <a:moveTo>
                        <a:pt x="2155444" y="228600"/>
                      </a:moveTo>
                      <a:cubicBezTo>
                        <a:pt x="2147824" y="205740"/>
                        <a:pt x="2155444" y="182880"/>
                        <a:pt x="2178304" y="175260"/>
                      </a:cubicBezTo>
                      <a:cubicBezTo>
                        <a:pt x="2193544" y="175260"/>
                        <a:pt x="2216404" y="182880"/>
                        <a:pt x="2224024" y="205740"/>
                      </a:cubicBezTo>
                      <a:cubicBezTo>
                        <a:pt x="2231644" y="220980"/>
                        <a:pt x="2224024" y="243840"/>
                        <a:pt x="2201164" y="251460"/>
                      </a:cubicBezTo>
                      <a:cubicBezTo>
                        <a:pt x="2201164" y="251460"/>
                        <a:pt x="2193544" y="251460"/>
                        <a:pt x="2185924" y="251460"/>
                      </a:cubicBezTo>
                      <a:cubicBezTo>
                        <a:pt x="2170684" y="251460"/>
                        <a:pt x="2155444" y="243840"/>
                        <a:pt x="2155444" y="228600"/>
                      </a:cubicBezTo>
                      <a:close/>
                      <a:moveTo>
                        <a:pt x="4280535" y="251460"/>
                      </a:moveTo>
                      <a:cubicBezTo>
                        <a:pt x="4257675" y="243840"/>
                        <a:pt x="4250055" y="220980"/>
                        <a:pt x="4257675" y="198120"/>
                      </a:cubicBezTo>
                      <a:cubicBezTo>
                        <a:pt x="4265295" y="182880"/>
                        <a:pt x="4280535" y="167640"/>
                        <a:pt x="4303395" y="175260"/>
                      </a:cubicBezTo>
                      <a:cubicBezTo>
                        <a:pt x="4326255" y="182880"/>
                        <a:pt x="4333875" y="205740"/>
                        <a:pt x="4326255" y="220980"/>
                      </a:cubicBezTo>
                      <a:cubicBezTo>
                        <a:pt x="4318635" y="243840"/>
                        <a:pt x="4303395" y="251460"/>
                        <a:pt x="4288155" y="251460"/>
                      </a:cubicBezTo>
                      <a:cubicBezTo>
                        <a:pt x="4288155" y="251460"/>
                        <a:pt x="4280535" y="251460"/>
                        <a:pt x="4280535" y="251460"/>
                      </a:cubicBezTo>
                      <a:close/>
                      <a:moveTo>
                        <a:pt x="2353564" y="160020"/>
                      </a:moveTo>
                      <a:cubicBezTo>
                        <a:pt x="2353564" y="137160"/>
                        <a:pt x="2361184" y="121920"/>
                        <a:pt x="2384044" y="114300"/>
                      </a:cubicBezTo>
                      <a:cubicBezTo>
                        <a:pt x="2406904" y="106680"/>
                        <a:pt x="2422144" y="121920"/>
                        <a:pt x="2429764" y="137160"/>
                      </a:cubicBezTo>
                      <a:cubicBezTo>
                        <a:pt x="2437384" y="160020"/>
                        <a:pt x="2422144" y="182880"/>
                        <a:pt x="2406904" y="190500"/>
                      </a:cubicBezTo>
                      <a:cubicBezTo>
                        <a:pt x="2399284" y="190500"/>
                        <a:pt x="2399284" y="190500"/>
                        <a:pt x="2391664" y="190500"/>
                      </a:cubicBezTo>
                      <a:cubicBezTo>
                        <a:pt x="2376424" y="190500"/>
                        <a:pt x="2361184" y="175260"/>
                        <a:pt x="2353564" y="160020"/>
                      </a:cubicBezTo>
                      <a:close/>
                      <a:moveTo>
                        <a:pt x="4074922" y="182880"/>
                      </a:moveTo>
                      <a:cubicBezTo>
                        <a:pt x="4059682" y="182880"/>
                        <a:pt x="4044442" y="160020"/>
                        <a:pt x="4052062" y="137160"/>
                      </a:cubicBezTo>
                      <a:cubicBezTo>
                        <a:pt x="4052062" y="121920"/>
                        <a:pt x="4074922" y="106680"/>
                        <a:pt x="4097782" y="114300"/>
                      </a:cubicBezTo>
                      <a:cubicBezTo>
                        <a:pt x="4120642" y="114300"/>
                        <a:pt x="4128262" y="137160"/>
                        <a:pt x="4120642" y="160020"/>
                      </a:cubicBezTo>
                      <a:cubicBezTo>
                        <a:pt x="4120642" y="175260"/>
                        <a:pt x="4105402" y="190500"/>
                        <a:pt x="4090162" y="190500"/>
                      </a:cubicBezTo>
                      <a:cubicBezTo>
                        <a:pt x="4082542" y="190500"/>
                        <a:pt x="4082542" y="182880"/>
                        <a:pt x="4074922" y="182880"/>
                      </a:cubicBezTo>
                      <a:close/>
                      <a:moveTo>
                        <a:pt x="2566797" y="106680"/>
                      </a:moveTo>
                      <a:cubicBezTo>
                        <a:pt x="2559177" y="91440"/>
                        <a:pt x="2574417" y="68580"/>
                        <a:pt x="2597277" y="60960"/>
                      </a:cubicBezTo>
                      <a:cubicBezTo>
                        <a:pt x="2612517" y="60960"/>
                        <a:pt x="2635377" y="76200"/>
                        <a:pt x="2635377" y="91440"/>
                      </a:cubicBezTo>
                      <a:cubicBezTo>
                        <a:pt x="2642997" y="114300"/>
                        <a:pt x="2627757" y="137160"/>
                        <a:pt x="2612517" y="137160"/>
                      </a:cubicBezTo>
                      <a:cubicBezTo>
                        <a:pt x="2604897" y="137160"/>
                        <a:pt x="2604897" y="137160"/>
                        <a:pt x="2604897" y="137160"/>
                      </a:cubicBezTo>
                      <a:cubicBezTo>
                        <a:pt x="2582037" y="137160"/>
                        <a:pt x="2566797" y="129540"/>
                        <a:pt x="2566797" y="106680"/>
                      </a:cubicBezTo>
                      <a:close/>
                      <a:moveTo>
                        <a:pt x="3869182" y="137160"/>
                      </a:moveTo>
                      <a:cubicBezTo>
                        <a:pt x="3846322" y="129540"/>
                        <a:pt x="3838702" y="114300"/>
                        <a:pt x="3838702" y="91440"/>
                      </a:cubicBezTo>
                      <a:cubicBezTo>
                        <a:pt x="3846322" y="68580"/>
                        <a:pt x="3861562" y="60960"/>
                        <a:pt x="3884422" y="60960"/>
                      </a:cubicBezTo>
                      <a:cubicBezTo>
                        <a:pt x="3907282" y="68580"/>
                        <a:pt x="3922522" y="83820"/>
                        <a:pt x="3914902" y="106680"/>
                      </a:cubicBezTo>
                      <a:cubicBezTo>
                        <a:pt x="3914902" y="121920"/>
                        <a:pt x="3899662" y="137160"/>
                        <a:pt x="3876802" y="137160"/>
                      </a:cubicBezTo>
                      <a:cubicBezTo>
                        <a:pt x="3876802" y="137160"/>
                        <a:pt x="3876802" y="137160"/>
                        <a:pt x="3869182" y="137160"/>
                      </a:cubicBezTo>
                      <a:close/>
                      <a:moveTo>
                        <a:pt x="2772410" y="68580"/>
                      </a:moveTo>
                      <a:cubicBezTo>
                        <a:pt x="2772410" y="45720"/>
                        <a:pt x="2787650" y="30480"/>
                        <a:pt x="2810510" y="30480"/>
                      </a:cubicBezTo>
                      <a:cubicBezTo>
                        <a:pt x="2825750" y="22860"/>
                        <a:pt x="2848610" y="38100"/>
                        <a:pt x="2848610" y="60960"/>
                      </a:cubicBezTo>
                      <a:cubicBezTo>
                        <a:pt x="2856230" y="83820"/>
                        <a:pt x="2840990" y="99060"/>
                        <a:pt x="2818130" y="106680"/>
                      </a:cubicBezTo>
                      <a:cubicBezTo>
                        <a:pt x="2818130" y="106680"/>
                        <a:pt x="2818130" y="106680"/>
                        <a:pt x="2810510" y="106680"/>
                      </a:cubicBezTo>
                      <a:cubicBezTo>
                        <a:pt x="2795270" y="106680"/>
                        <a:pt x="2780030" y="91440"/>
                        <a:pt x="2772410" y="68580"/>
                      </a:cubicBezTo>
                      <a:close/>
                      <a:moveTo>
                        <a:pt x="3663569" y="99060"/>
                      </a:moveTo>
                      <a:cubicBezTo>
                        <a:pt x="3640709" y="99060"/>
                        <a:pt x="3625469" y="83820"/>
                        <a:pt x="3633089" y="60960"/>
                      </a:cubicBezTo>
                      <a:cubicBezTo>
                        <a:pt x="3633089" y="38100"/>
                        <a:pt x="3648329" y="22860"/>
                        <a:pt x="3671189" y="22860"/>
                      </a:cubicBezTo>
                      <a:cubicBezTo>
                        <a:pt x="3694049" y="30480"/>
                        <a:pt x="3709289" y="45720"/>
                        <a:pt x="3701669" y="68580"/>
                      </a:cubicBezTo>
                      <a:cubicBezTo>
                        <a:pt x="3701669" y="91440"/>
                        <a:pt x="3686429" y="99060"/>
                        <a:pt x="3663569" y="99060"/>
                      </a:cubicBezTo>
                      <a:close/>
                      <a:moveTo>
                        <a:pt x="2985770" y="45720"/>
                      </a:moveTo>
                      <a:cubicBezTo>
                        <a:pt x="2985770" y="22860"/>
                        <a:pt x="3001010" y="7620"/>
                        <a:pt x="3023870" y="7620"/>
                      </a:cubicBezTo>
                      <a:cubicBezTo>
                        <a:pt x="3046730" y="7620"/>
                        <a:pt x="3061970" y="22860"/>
                        <a:pt x="3061970" y="38100"/>
                      </a:cubicBezTo>
                      <a:cubicBezTo>
                        <a:pt x="3061970" y="60960"/>
                        <a:pt x="3046730" y="83820"/>
                        <a:pt x="3031490" y="83820"/>
                      </a:cubicBezTo>
                      <a:cubicBezTo>
                        <a:pt x="3031490" y="83820"/>
                        <a:pt x="3023870" y="83820"/>
                        <a:pt x="3023870" y="83820"/>
                      </a:cubicBezTo>
                      <a:cubicBezTo>
                        <a:pt x="3008630" y="83820"/>
                        <a:pt x="2985770" y="68580"/>
                        <a:pt x="2985770" y="45720"/>
                      </a:cubicBezTo>
                      <a:close/>
                      <a:moveTo>
                        <a:pt x="3450336" y="83820"/>
                      </a:moveTo>
                      <a:cubicBezTo>
                        <a:pt x="3427476" y="76200"/>
                        <a:pt x="3412236" y="60960"/>
                        <a:pt x="3412236" y="38100"/>
                      </a:cubicBezTo>
                      <a:cubicBezTo>
                        <a:pt x="3419856" y="22860"/>
                        <a:pt x="3435096" y="0"/>
                        <a:pt x="3457956" y="7620"/>
                      </a:cubicBezTo>
                      <a:cubicBezTo>
                        <a:pt x="3480816" y="7620"/>
                        <a:pt x="3496056" y="22860"/>
                        <a:pt x="3488436" y="45720"/>
                      </a:cubicBezTo>
                      <a:cubicBezTo>
                        <a:pt x="3488436" y="68580"/>
                        <a:pt x="3473196" y="83820"/>
                        <a:pt x="3450336" y="83820"/>
                      </a:cubicBezTo>
                      <a:close/>
                      <a:moveTo>
                        <a:pt x="3199003" y="38100"/>
                      </a:moveTo>
                      <a:cubicBezTo>
                        <a:pt x="3199003" y="15240"/>
                        <a:pt x="3221863" y="0"/>
                        <a:pt x="3237103" y="0"/>
                      </a:cubicBezTo>
                      <a:cubicBezTo>
                        <a:pt x="3259963" y="0"/>
                        <a:pt x="3275203" y="15240"/>
                        <a:pt x="3275203" y="38100"/>
                      </a:cubicBezTo>
                      <a:cubicBezTo>
                        <a:pt x="3275203" y="60960"/>
                        <a:pt x="3259963" y="76200"/>
                        <a:pt x="3237103" y="76200"/>
                      </a:cubicBezTo>
                      <a:cubicBezTo>
                        <a:pt x="3221863" y="76200"/>
                        <a:pt x="3199003" y="60960"/>
                        <a:pt x="3199003" y="38100"/>
                      </a:cubicBezTo>
                      <a:close/>
                    </a:path>
                  </a:pathLst>
                </a:custGeom>
                <a:solidFill>
                  <a:srgbClr val="FFFFFF">
                    <a:alpha val="45882"/>
                  </a:srgbClr>
                </a:solidFill>
                <a:scene3d>
                  <a:camera prst="orthographicFront"/>
                  <a:lightRig rig="threePt" dir="t"/>
                </a:scene3d>
                <a:sp3d>
                  <a:bevelT/>
                </a:sp3d>
              </p:spPr>
            </p:sp>
          </p:grpSp>
          <p:sp>
            <p:nvSpPr>
              <p:cNvPr id="19" name="TextBox 7">
                <a:extLst>
                  <a:ext uri="{FF2B5EF4-FFF2-40B4-BE49-F238E27FC236}">
                    <a16:creationId xmlns:a16="http://schemas.microsoft.com/office/drawing/2014/main" id="{60AF0B09-2523-47B0-9F15-BE005E25D2C1}"/>
                  </a:ext>
                </a:extLst>
              </p:cNvPr>
              <p:cNvSpPr txBox="1"/>
              <p:nvPr/>
            </p:nvSpPr>
            <p:spPr>
              <a:xfrm>
                <a:off x="880746" y="3087087"/>
                <a:ext cx="2796353" cy="697972"/>
              </a:xfrm>
              <a:prstGeom prst="rect">
                <a:avLst/>
              </a:prstGeom>
              <a:scene3d>
                <a:camera prst="orthographicFront"/>
                <a:lightRig rig="threePt" dir="t"/>
              </a:scene3d>
              <a:sp3d>
                <a:bevelT/>
              </a:sp3d>
            </p:spPr>
            <p:txBody>
              <a:bodyPr wrap="square" lIns="0" tIns="0" rIns="0" bIns="0" rtlCol="0" anchor="t">
                <a:spAutoFit/>
              </a:bodyPr>
              <a:lstStyle/>
              <a:p>
                <a:pPr algn="ctr">
                  <a:lnSpc>
                    <a:spcPts val="4540"/>
                  </a:lnSpc>
                  <a:spcBef>
                    <a:spcPct val="0"/>
                  </a:spcBef>
                </a:pPr>
                <a:r>
                  <a:rPr lang="en-US" altLang="zh-TW" sz="2800" b="1">
                    <a:latin typeface="Times New Roman" panose="02020603050405020304" pitchFamily="18" charset="0"/>
                    <a:ea typeface="Microsoft JhengHei" panose="020B0604030504040204" pitchFamily="34" charset="-120"/>
                    <a:cs typeface="Times New Roman" panose="02020603050405020304" pitchFamily="18" charset="0"/>
                  </a:rPr>
                  <a:t>5 </a:t>
                </a:r>
                <a:r>
                  <a:rPr lang="zh-TW" altLang="en-US" sz="2800" b="1">
                    <a:latin typeface="Times New Roman" panose="02020603050405020304" pitchFamily="18" charset="0"/>
                    <a:ea typeface="Microsoft JhengHei" panose="020B0604030504040204" pitchFamily="34" charset="-120"/>
                    <a:cs typeface="Times New Roman" panose="02020603050405020304" pitchFamily="18" charset="0"/>
                  </a:rPr>
                  <a:t>項優先行動</a:t>
                </a:r>
                <a:endParaRPr lang="en-US" sz="2800" b="1">
                  <a:solidFill>
                    <a:srgbClr val="000000"/>
                  </a:solidFill>
                  <a:latin typeface="Times New Roman" panose="02020603050405020304" pitchFamily="18" charset="0"/>
                  <a:ea typeface="Microsoft JhengHei" panose="020B0604030504040204" pitchFamily="34" charset="-120"/>
                  <a:cs typeface="Times New Roman" panose="02020603050405020304" pitchFamily="18" charset="0"/>
                  <a:sym typeface="Montserrat Bold"/>
                </a:endParaRPr>
              </a:p>
            </p:txBody>
          </p:sp>
          <p:sp>
            <p:nvSpPr>
              <p:cNvPr id="27" name="TextBox 30">
                <a:extLst>
                  <a:ext uri="{FF2B5EF4-FFF2-40B4-BE49-F238E27FC236}">
                    <a16:creationId xmlns:a16="http://schemas.microsoft.com/office/drawing/2014/main" id="{352CD2CD-9C5B-40E4-93CC-7B3EC47CB30B}"/>
                  </a:ext>
                </a:extLst>
              </p:cNvPr>
              <p:cNvSpPr txBox="1"/>
              <p:nvPr/>
            </p:nvSpPr>
            <p:spPr>
              <a:xfrm>
                <a:off x="3395214" y="4918508"/>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1" name="TextBox 33">
                <a:extLst>
                  <a:ext uri="{FF2B5EF4-FFF2-40B4-BE49-F238E27FC236}">
                    <a16:creationId xmlns:a16="http://schemas.microsoft.com/office/drawing/2014/main" id="{DD53F2A1-22C4-4287-926C-57AAC8C9C7A3}"/>
                  </a:ext>
                </a:extLst>
              </p:cNvPr>
              <p:cNvSpPr txBox="1"/>
              <p:nvPr/>
            </p:nvSpPr>
            <p:spPr>
              <a:xfrm>
                <a:off x="4031780" y="3924858"/>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2" name="TextBox 36">
                <a:extLst>
                  <a:ext uri="{FF2B5EF4-FFF2-40B4-BE49-F238E27FC236}">
                    <a16:creationId xmlns:a16="http://schemas.microsoft.com/office/drawing/2014/main" id="{47AE25BE-6688-4017-BD8A-4F82869B1FBD}"/>
                  </a:ext>
                </a:extLst>
              </p:cNvPr>
              <p:cNvSpPr txBox="1"/>
              <p:nvPr/>
            </p:nvSpPr>
            <p:spPr>
              <a:xfrm>
                <a:off x="3755146" y="2369786"/>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5" name="TextBox 39">
                <a:extLst>
                  <a:ext uri="{FF2B5EF4-FFF2-40B4-BE49-F238E27FC236}">
                    <a16:creationId xmlns:a16="http://schemas.microsoft.com/office/drawing/2014/main" id="{32F1453B-7457-4887-8324-901DD8DB1381}"/>
                  </a:ext>
                </a:extLst>
              </p:cNvPr>
              <p:cNvSpPr txBox="1"/>
              <p:nvPr/>
            </p:nvSpPr>
            <p:spPr>
              <a:xfrm>
                <a:off x="3118580" y="1806801"/>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
          <p:nvSpPr>
            <p:cNvPr id="31" name="Flowchart: Connector 30">
              <a:extLst>
                <a:ext uri="{FF2B5EF4-FFF2-40B4-BE49-F238E27FC236}">
                  <a16:creationId xmlns:a16="http://schemas.microsoft.com/office/drawing/2014/main" id="{4275B247-6F6A-46BD-9727-B0F960950B5D}"/>
                </a:ext>
              </a:extLst>
            </p:cNvPr>
            <p:cNvSpPr/>
            <p:nvPr/>
          </p:nvSpPr>
          <p:spPr>
            <a:xfrm>
              <a:off x="1585467" y="1506071"/>
              <a:ext cx="1017001" cy="926745"/>
            </a:xfrm>
            <a:prstGeom prst="flowChartConnector">
              <a:avLst/>
            </a:prstGeom>
            <a:solidFill>
              <a:schemeClr val="accent2">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資安與系統</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2" name="Flowchart: Connector 31">
              <a:extLst>
                <a:ext uri="{FF2B5EF4-FFF2-40B4-BE49-F238E27FC236}">
                  <a16:creationId xmlns:a16="http://schemas.microsoft.com/office/drawing/2014/main" id="{6C38F5F1-5B59-49B0-BB61-1D666FA0A771}"/>
                </a:ext>
              </a:extLst>
            </p:cNvPr>
            <p:cNvSpPr/>
            <p:nvPr/>
          </p:nvSpPr>
          <p:spPr>
            <a:xfrm>
              <a:off x="2647206" y="2143573"/>
              <a:ext cx="1017001" cy="969238"/>
            </a:xfrm>
            <a:prstGeom prst="flowChartConnector">
              <a:avLst/>
            </a:prstGeom>
            <a:solidFill>
              <a:schemeClr val="accent4">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基礎措施</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3" name="Flowchart: Connector 32">
              <a:extLst>
                <a:ext uri="{FF2B5EF4-FFF2-40B4-BE49-F238E27FC236}">
                  <a16:creationId xmlns:a16="http://schemas.microsoft.com/office/drawing/2014/main" id="{5803B76A-3264-4FF0-80E9-60F67241A4D3}"/>
                </a:ext>
              </a:extLst>
            </p:cNvPr>
            <p:cNvSpPr/>
            <p:nvPr/>
          </p:nvSpPr>
          <p:spPr>
            <a:xfrm>
              <a:off x="3214743" y="3223970"/>
              <a:ext cx="1017001" cy="969238"/>
            </a:xfrm>
            <a:prstGeom prst="flowChartConnector">
              <a:avLst/>
            </a:prstGeom>
            <a:solidFill>
              <a:schemeClr val="accent6">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RPA, AI</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4" name="Flowchart: Connector 33">
              <a:extLst>
                <a:ext uri="{FF2B5EF4-FFF2-40B4-BE49-F238E27FC236}">
                  <a16:creationId xmlns:a16="http://schemas.microsoft.com/office/drawing/2014/main" id="{2971F25B-DDCB-4E81-96CF-011A25DE8469}"/>
                </a:ext>
              </a:extLst>
            </p:cNvPr>
            <p:cNvSpPr/>
            <p:nvPr/>
          </p:nvSpPr>
          <p:spPr>
            <a:xfrm>
              <a:off x="2847760" y="4375616"/>
              <a:ext cx="1017001" cy="969238"/>
            </a:xfrm>
            <a:prstGeom prst="flowChartConnector">
              <a:avLst/>
            </a:prstGeom>
            <a:solidFill>
              <a:srgbClr val="FFC5C5"/>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流程</a:t>
              </a:r>
              <a:endParaRPr lang="vi-VN" sz="14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5" name="Flowchart: Connector 34">
              <a:extLst>
                <a:ext uri="{FF2B5EF4-FFF2-40B4-BE49-F238E27FC236}">
                  <a16:creationId xmlns:a16="http://schemas.microsoft.com/office/drawing/2014/main" id="{C363FD84-4E69-4C27-82A1-7386886C6809}"/>
                </a:ext>
              </a:extLst>
            </p:cNvPr>
            <p:cNvSpPr/>
            <p:nvPr/>
          </p:nvSpPr>
          <p:spPr>
            <a:xfrm>
              <a:off x="1771722" y="5050112"/>
              <a:ext cx="1017001" cy="969238"/>
            </a:xfrm>
            <a:prstGeom prst="flowChartConnector">
              <a:avLst/>
            </a:prstGeom>
            <a:solidFill>
              <a:schemeClr val="accent5">
                <a:lumMod val="40000"/>
                <a:lumOff val="6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IT </a:t>
              </a:r>
              <a:r>
                <a:rPr lang="zh-CN" altLang="en-US"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團隊</a:t>
              </a:r>
              <a:endParaRPr lang="vi-VN" sz="14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Tree>
    <p:extLst>
      <p:ext uri="{BB962C8B-B14F-4D97-AF65-F5344CB8AC3E}">
        <p14:creationId xmlns:p14="http://schemas.microsoft.com/office/powerpoint/2010/main" val="3135118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F1258-757D-4F02-A079-1CF434F038AF}"/>
              </a:ext>
            </a:extLst>
          </p:cNvPr>
          <p:cNvSpPr txBox="1"/>
          <p:nvPr/>
        </p:nvSpPr>
        <p:spPr>
          <a:xfrm>
            <a:off x="2152473" y="195028"/>
            <a:ext cx="7887054"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05 </a:t>
            </a:r>
            <a:r>
              <a:rPr lang="vi-VN" sz="2700" b="1">
                <a:latin typeface="Times New Roman" panose="02020603050405020304" pitchFamily="18" charset="0"/>
                <a:cs typeface="Times New Roman" panose="02020603050405020304" pitchFamily="18" charset="0"/>
              </a:rPr>
              <a:t>Ư</a:t>
            </a:r>
            <a:r>
              <a:rPr lang="en-US" sz="2700" b="1">
                <a:latin typeface="Times New Roman" panose="02020603050405020304" pitchFamily="18" charset="0"/>
                <a:cs typeface="Times New Roman" panose="02020603050405020304" pitchFamily="18" charset="0"/>
              </a:rPr>
              <a:t>U TIÊN HÀNH ĐỘNG TRONG 06-12 THÁNG</a:t>
            </a:r>
          </a:p>
        </p:txBody>
      </p:sp>
      <p:grpSp>
        <p:nvGrpSpPr>
          <p:cNvPr id="36" name="Group 35">
            <a:extLst>
              <a:ext uri="{FF2B5EF4-FFF2-40B4-BE49-F238E27FC236}">
                <a16:creationId xmlns:a16="http://schemas.microsoft.com/office/drawing/2014/main" id="{B58899F7-8957-4878-B162-0D4AA3F27452}"/>
              </a:ext>
            </a:extLst>
          </p:cNvPr>
          <p:cNvGrpSpPr/>
          <p:nvPr/>
        </p:nvGrpSpPr>
        <p:grpSpPr>
          <a:xfrm>
            <a:off x="197854" y="1045251"/>
            <a:ext cx="11378291" cy="5384710"/>
            <a:chOff x="288995" y="1153064"/>
            <a:chExt cx="11378291" cy="5384710"/>
          </a:xfrm>
        </p:grpSpPr>
        <p:sp>
          <p:nvSpPr>
            <p:cNvPr id="4" name="Rectangle: Rounded Corners 3">
              <a:extLst>
                <a:ext uri="{FF2B5EF4-FFF2-40B4-BE49-F238E27FC236}">
                  <a16:creationId xmlns:a16="http://schemas.microsoft.com/office/drawing/2014/main" id="{CACAC62C-BBC1-4DA1-BACC-B0EDE2B0DA5E}"/>
                </a:ext>
              </a:extLst>
            </p:cNvPr>
            <p:cNvSpPr/>
            <p:nvPr/>
          </p:nvSpPr>
          <p:spPr>
            <a:xfrm>
              <a:off x="3094766" y="1153064"/>
              <a:ext cx="7293213" cy="702426"/>
            </a:xfrm>
            <a:prstGeom prst="roundRect">
              <a:avLst/>
            </a:prstGeom>
            <a:solidFill>
              <a:schemeClr val="accent2">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Hỗ trợ tăng cường bảo mật, dự phòng và giám sát hệ thống</a:t>
              </a:r>
              <a:endParaRPr lang="en-US" dirty="0"/>
            </a:p>
            <a:p>
              <a:pPr marL="742950" lvl="1" indent="-285750">
                <a:buFont typeface="Wingdings" panose="05000000000000000000" pitchFamily="2" charset="2"/>
                <a:buChar char="Ø"/>
              </a:pPr>
              <a:r>
                <a:rPr lang="en-US" sz="1400" dirty="0" err="1">
                  <a:latin typeface="Times New Roman"/>
                  <a:cs typeface="Times New Roman"/>
                </a:rPr>
                <a:t>Tăng</a:t>
              </a:r>
              <a:r>
                <a:rPr lang="en-US" sz="1400" dirty="0">
                  <a:latin typeface="Times New Roman"/>
                  <a:cs typeface="Times New Roman"/>
                </a:rPr>
                <a:t> </a:t>
              </a:r>
              <a:r>
                <a:rPr lang="en-US" sz="1400" dirty="0" err="1">
                  <a:latin typeface="Times New Roman"/>
                  <a:cs typeface="Times New Roman"/>
                </a:rPr>
                <a:t>cường</a:t>
              </a:r>
              <a:r>
                <a:rPr lang="en-US" sz="1400" dirty="0">
                  <a:latin typeface="Times New Roman"/>
                  <a:cs typeface="Times New Roman"/>
                </a:rPr>
                <a:t> </a:t>
              </a:r>
              <a:r>
                <a:rPr lang="en-US" sz="1400" dirty="0" err="1">
                  <a:latin typeface="Times New Roman"/>
                  <a:cs typeface="Times New Roman"/>
                </a:rPr>
                <a:t>quản</a:t>
              </a:r>
              <a:r>
                <a:rPr lang="en-US" sz="1400" dirty="0">
                  <a:latin typeface="Times New Roman"/>
                  <a:cs typeface="Times New Roman"/>
                </a:rPr>
                <a:t> </a:t>
              </a:r>
              <a:r>
                <a:rPr lang="en-US" sz="1400" dirty="0" err="1">
                  <a:latin typeface="Times New Roman"/>
                  <a:cs typeface="Times New Roman"/>
                </a:rPr>
                <a:t>lý</a:t>
              </a:r>
              <a:r>
                <a:rPr lang="en-US" sz="1400" dirty="0">
                  <a:latin typeface="Times New Roman"/>
                  <a:cs typeface="Times New Roman"/>
                </a:rPr>
                <a:t> AD, </a:t>
              </a:r>
              <a:r>
                <a:rPr lang="en-US" sz="1400" dirty="0" err="1">
                  <a:latin typeface="Times New Roman"/>
                  <a:cs typeface="Times New Roman"/>
                </a:rPr>
                <a:t>phân</a:t>
              </a:r>
              <a:r>
                <a:rPr lang="en-US" sz="1400" dirty="0">
                  <a:latin typeface="Times New Roman"/>
                  <a:cs typeface="Times New Roman"/>
                </a:rPr>
                <a:t> </a:t>
              </a:r>
              <a:r>
                <a:rPr lang="en-US" sz="1400" dirty="0" err="1">
                  <a:latin typeface="Times New Roman"/>
                  <a:cs typeface="Times New Roman"/>
                </a:rPr>
                <a:t>quyền</a:t>
              </a:r>
              <a:r>
                <a:rPr lang="en-US" sz="1400" dirty="0">
                  <a:latin typeface="Times New Roman"/>
                  <a:cs typeface="Times New Roman"/>
                </a:rPr>
                <a:t> </a:t>
              </a:r>
              <a:r>
                <a:rPr lang="en-US" sz="1400" dirty="0" err="1">
                  <a:latin typeface="Times New Roman"/>
                  <a:cs typeface="Times New Roman"/>
                </a:rPr>
                <a:t>truy</a:t>
              </a:r>
              <a:r>
                <a:rPr lang="en-US" sz="1400" dirty="0">
                  <a:latin typeface="Times New Roman"/>
                  <a:cs typeface="Times New Roman"/>
                </a:rPr>
                <a:t> </a:t>
              </a:r>
              <a:r>
                <a:rPr lang="en-US" sz="1400" dirty="0" err="1">
                  <a:latin typeface="Times New Roman"/>
                  <a:cs typeface="Times New Roman"/>
                </a:rPr>
                <a:t>cập</a:t>
              </a:r>
              <a:r>
                <a:rPr lang="en-US" sz="1400" dirty="0">
                  <a:latin typeface="Times New Roman"/>
                  <a:cs typeface="Times New Roman"/>
                </a:rPr>
                <a:t>, </a:t>
              </a:r>
              <a:r>
                <a:rPr lang="en-US" sz="1400" dirty="0" err="1">
                  <a:latin typeface="Times New Roman"/>
                  <a:cs typeface="Times New Roman"/>
                </a:rPr>
                <a:t>tránh</a:t>
              </a:r>
              <a:r>
                <a:rPr lang="en-US" sz="1400" dirty="0">
                  <a:latin typeface="Times New Roman"/>
                  <a:cs typeface="Times New Roman"/>
                </a:rPr>
                <a:t> dung </a:t>
              </a:r>
              <a:r>
                <a:rPr lang="en-US" sz="1400" dirty="0" err="1">
                  <a:latin typeface="Times New Roman"/>
                  <a:cs typeface="Times New Roman"/>
                </a:rPr>
                <a:t>chung</a:t>
              </a:r>
              <a:r>
                <a:rPr lang="en-US" sz="1400" dirty="0">
                  <a:latin typeface="Times New Roman"/>
                  <a:cs typeface="Times New Roman"/>
                </a:rPr>
                <a:t> </a:t>
              </a:r>
              <a:r>
                <a:rPr lang="en-US" sz="1400" dirty="0" err="1">
                  <a:latin typeface="Times New Roman"/>
                  <a:cs typeface="Times New Roman"/>
                </a:rPr>
                <a:t>tài</a:t>
              </a:r>
              <a:r>
                <a:rPr lang="en-US" sz="1400" dirty="0">
                  <a:latin typeface="Times New Roman"/>
                  <a:cs typeface="Times New Roman"/>
                </a:rPr>
                <a:t> </a:t>
              </a:r>
              <a:r>
                <a:rPr lang="en-US" sz="1400" dirty="0" err="1">
                  <a:latin typeface="Times New Roman"/>
                  <a:cs typeface="Times New Roman"/>
                </a:rPr>
                <a:t>khoản</a:t>
              </a:r>
            </a:p>
            <a:p>
              <a:pPr marL="742950" lvl="1" indent="-285750">
                <a:buFont typeface="Wingdings" panose="05000000000000000000" pitchFamily="2" charset="2"/>
                <a:buChar char="Ø"/>
              </a:pPr>
              <a:r>
                <a:rPr lang="en-US" sz="1400" dirty="0" err="1">
                  <a:latin typeface="Times New Roman"/>
                  <a:cs typeface="Times New Roman"/>
                </a:rPr>
                <a:t>Có</a:t>
              </a:r>
              <a:r>
                <a:rPr lang="en-US" sz="1400" dirty="0">
                  <a:latin typeface="Times New Roman"/>
                  <a:cs typeface="Times New Roman"/>
                </a:rPr>
                <a:t> </a:t>
              </a:r>
              <a:r>
                <a:rPr lang="en-US" sz="1400" dirty="0" err="1">
                  <a:latin typeface="Times New Roman"/>
                  <a:cs typeface="Times New Roman"/>
                </a:rPr>
                <a:t>kế</a:t>
              </a:r>
              <a:r>
                <a:rPr lang="en-US" sz="1400" dirty="0">
                  <a:latin typeface="Times New Roman"/>
                  <a:cs typeface="Times New Roman"/>
                </a:rPr>
                <a:t> </a:t>
              </a:r>
              <a:r>
                <a:rPr lang="en-US" sz="1400" dirty="0" err="1">
                  <a:latin typeface="Times New Roman"/>
                  <a:cs typeface="Times New Roman"/>
                </a:rPr>
                <a:t>hoạch</a:t>
              </a:r>
              <a:r>
                <a:rPr lang="en-US" sz="1400" dirty="0">
                  <a:latin typeface="Times New Roman"/>
                  <a:cs typeface="Times New Roman"/>
                </a:rPr>
                <a:t> </a:t>
              </a:r>
              <a:r>
                <a:rPr lang="en-US" sz="1400" dirty="0" err="1">
                  <a:latin typeface="Times New Roman"/>
                  <a:cs typeface="Times New Roman"/>
                </a:rPr>
                <a:t>sao</a:t>
              </a:r>
              <a:r>
                <a:rPr lang="en-US" sz="1400" dirty="0">
                  <a:latin typeface="Times New Roman"/>
                  <a:cs typeface="Times New Roman"/>
                </a:rPr>
                <a:t> </a:t>
              </a:r>
              <a:r>
                <a:rPr lang="en-US" sz="1400" dirty="0" err="1">
                  <a:latin typeface="Times New Roman"/>
                  <a:cs typeface="Times New Roman"/>
                </a:rPr>
                <a:t>lưu</a:t>
              </a:r>
              <a:r>
                <a:rPr lang="en-US" sz="1400" dirty="0">
                  <a:latin typeface="Times New Roman"/>
                  <a:cs typeface="Times New Roman"/>
                </a:rPr>
                <a:t> </a:t>
              </a:r>
              <a:r>
                <a:rPr lang="en-US" sz="1400" dirty="0" err="1">
                  <a:latin typeface="Times New Roman"/>
                  <a:cs typeface="Times New Roman"/>
                </a:rPr>
                <a:t>và</a:t>
              </a:r>
              <a:r>
                <a:rPr lang="en-US" sz="1400" dirty="0">
                  <a:latin typeface="Times New Roman"/>
                  <a:cs typeface="Times New Roman"/>
                </a:rPr>
                <a:t> </a:t>
              </a:r>
              <a:r>
                <a:rPr lang="en-US" sz="1400" dirty="0" err="1">
                  <a:latin typeface="Times New Roman"/>
                  <a:cs typeface="Times New Roman"/>
                </a:rPr>
                <a:t>thường</a:t>
              </a:r>
              <a:r>
                <a:rPr lang="en-US" sz="1400" dirty="0">
                  <a:latin typeface="Times New Roman"/>
                  <a:cs typeface="Times New Roman"/>
                </a:rPr>
                <a:t> </a:t>
              </a:r>
              <a:r>
                <a:rPr lang="en-US" sz="1400" dirty="0" err="1">
                  <a:latin typeface="Times New Roman"/>
                  <a:cs typeface="Times New Roman"/>
                </a:rPr>
                <a:t>xuyên</a:t>
              </a:r>
              <a:r>
                <a:rPr lang="en-US" sz="1400" dirty="0">
                  <a:latin typeface="Times New Roman"/>
                  <a:cs typeface="Times New Roman"/>
                </a:rPr>
                <a:t> </a:t>
              </a:r>
              <a:r>
                <a:rPr lang="en-US" sz="1400" dirty="0" err="1">
                  <a:latin typeface="Times New Roman"/>
                  <a:cs typeface="Times New Roman"/>
                </a:rPr>
                <a:t>diễn</a:t>
              </a:r>
              <a:r>
                <a:rPr lang="en-US" sz="1400" dirty="0">
                  <a:latin typeface="Times New Roman"/>
                  <a:cs typeface="Times New Roman"/>
                </a:rPr>
                <a:t> </a:t>
              </a:r>
              <a:r>
                <a:rPr lang="en-US" sz="1400" dirty="0" err="1">
                  <a:latin typeface="Times New Roman"/>
                  <a:cs typeface="Times New Roman"/>
                </a:rPr>
                <a:t>tập</a:t>
              </a:r>
              <a:r>
                <a:rPr lang="en-US" sz="1400" dirty="0">
                  <a:latin typeface="Times New Roman"/>
                  <a:cs typeface="Times New Roman"/>
                </a:rPr>
                <a:t> </a:t>
              </a:r>
              <a:r>
                <a:rPr lang="en-US" sz="1400" dirty="0" err="1">
                  <a:latin typeface="Times New Roman"/>
                  <a:cs typeface="Times New Roman"/>
                </a:rPr>
                <a:t>cho</a:t>
              </a:r>
              <a:r>
                <a:rPr lang="en-US" sz="1400" dirty="0">
                  <a:latin typeface="Times New Roman"/>
                  <a:cs typeface="Times New Roman"/>
                </a:rPr>
                <a:t> </a:t>
              </a:r>
              <a:r>
                <a:rPr lang="en-US" sz="1400" dirty="0" err="1">
                  <a:latin typeface="Times New Roman"/>
                  <a:cs typeface="Times New Roman"/>
                </a:rPr>
                <a:t>các</a:t>
              </a:r>
              <a:r>
                <a:rPr lang="en-US" sz="1400" dirty="0">
                  <a:latin typeface="Times New Roman"/>
                  <a:cs typeface="Times New Roman"/>
                </a:rPr>
                <a:t> </a:t>
              </a:r>
              <a:r>
                <a:rPr lang="en-US" sz="1400" dirty="0" err="1">
                  <a:latin typeface="Times New Roman"/>
                  <a:cs typeface="Times New Roman"/>
                </a:rPr>
                <a:t>hệ</a:t>
              </a:r>
              <a:r>
                <a:rPr lang="en-US" sz="1400" dirty="0">
                  <a:latin typeface="Times New Roman"/>
                  <a:cs typeface="Times New Roman"/>
                </a:rPr>
                <a:t> </a:t>
              </a:r>
              <a:r>
                <a:rPr lang="en-US" sz="1400" dirty="0" err="1">
                  <a:latin typeface="Times New Roman"/>
                  <a:cs typeface="Times New Roman"/>
                </a:rPr>
                <a:t>thống</a:t>
              </a:r>
              <a:r>
                <a:rPr lang="en-US" sz="1400" dirty="0">
                  <a:latin typeface="Times New Roman"/>
                  <a:cs typeface="Times New Roman"/>
                </a:rPr>
                <a:t> </a:t>
              </a:r>
              <a:r>
                <a:rPr lang="en-US" sz="1400" dirty="0" err="1">
                  <a:latin typeface="Times New Roman"/>
                  <a:cs typeface="Times New Roman"/>
                </a:rPr>
                <a:t>quan</a:t>
              </a:r>
              <a:r>
                <a:rPr lang="en-US" sz="1400" dirty="0">
                  <a:latin typeface="Times New Roman"/>
                  <a:cs typeface="Times New Roman"/>
                </a:rPr>
                <a:t> </a:t>
              </a:r>
              <a:r>
                <a:rPr lang="en-US" sz="1400" dirty="0" err="1">
                  <a:latin typeface="Times New Roman"/>
                  <a:cs typeface="Times New Roman"/>
                </a:rPr>
                <a:t>trọng</a:t>
              </a:r>
            </a:p>
          </p:txBody>
        </p:sp>
        <p:sp>
          <p:nvSpPr>
            <p:cNvPr id="5" name="Rectangle: Rounded Corners 4">
              <a:extLst>
                <a:ext uri="{FF2B5EF4-FFF2-40B4-BE49-F238E27FC236}">
                  <a16:creationId xmlns:a16="http://schemas.microsoft.com/office/drawing/2014/main" id="{147CBFD6-AC3C-48D2-947D-7CFCDFF417E5}"/>
                </a:ext>
              </a:extLst>
            </p:cNvPr>
            <p:cNvSpPr/>
            <p:nvPr/>
          </p:nvSpPr>
          <p:spPr>
            <a:xfrm>
              <a:off x="4156505" y="2157495"/>
              <a:ext cx="6611424" cy="889583"/>
            </a:xfrm>
            <a:prstGeom prst="roundRect">
              <a:avLst/>
            </a:prstGeom>
            <a:solidFill>
              <a:schemeClr val="accent4">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en-US" sz="1400" b="1" dirty="0">
                  <a:latin typeface="Times New Roman"/>
                  <a:cs typeface="Times New Roman"/>
                </a:rPr>
                <a:t>Ổn định và nâng cấp hạ </a:t>
              </a:r>
              <a:r>
                <a:rPr lang="en-US" sz="1400" b="1" dirty="0" err="1">
                  <a:latin typeface="Times New Roman"/>
                  <a:cs typeface="Times New Roman"/>
                </a:rPr>
                <a:t>tầng</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Xác định những thiết bị, hệ thống lỗi thời, cần thay thế nâng cấp máy chủ, lưu trữ, tối ưu hóa hạ tầng ảo hóa và hệ thống dự phòng</a:t>
              </a:r>
            </a:p>
            <a:p>
              <a:pPr marL="742950" lvl="1" indent="-285750">
                <a:buFont typeface="Wingdings" panose="05000000000000000000" pitchFamily="2" charset="2"/>
                <a:buChar char="Ø"/>
              </a:pPr>
              <a:r>
                <a:rPr lang="en-US" sz="1400" dirty="0" err="1">
                  <a:latin typeface="Times New Roman"/>
                  <a:cs typeface="Times New Roman"/>
                </a:rPr>
                <a:t>Xây</a:t>
              </a:r>
              <a:r>
                <a:rPr lang="en-US" sz="1400" dirty="0">
                  <a:latin typeface="Times New Roman"/>
                  <a:cs typeface="Times New Roman"/>
                </a:rPr>
                <a:t> dựng dashboard hệ thống (tích hợp </a:t>
              </a:r>
              <a:r>
                <a:rPr lang="en-US" sz="1400" dirty="0" err="1">
                  <a:latin typeface="Times New Roman"/>
                  <a:cs typeface="Times New Roman"/>
                </a:rPr>
                <a:t>giám</a:t>
              </a:r>
              <a:r>
                <a:rPr lang="en-US" sz="1400" dirty="0">
                  <a:latin typeface="Times New Roman"/>
                  <a:cs typeface="Times New Roman"/>
                </a:rPr>
                <a:t> sát, cảnh bảo, phân tích log)</a:t>
              </a:r>
            </a:p>
          </p:txBody>
        </p:sp>
        <p:sp>
          <p:nvSpPr>
            <p:cNvPr id="7" name="Rectangle: Rounded Corners 6">
              <a:extLst>
                <a:ext uri="{FF2B5EF4-FFF2-40B4-BE49-F238E27FC236}">
                  <a16:creationId xmlns:a16="http://schemas.microsoft.com/office/drawing/2014/main" id="{FD0FA76D-4AB2-4BA1-ACF1-D1F7C389075E}"/>
                </a:ext>
              </a:extLst>
            </p:cNvPr>
            <p:cNvSpPr/>
            <p:nvPr/>
          </p:nvSpPr>
          <p:spPr>
            <a:xfrm>
              <a:off x="4788494" y="3352396"/>
              <a:ext cx="6878792" cy="886868"/>
            </a:xfrm>
            <a:prstGeom prst="roundRect">
              <a:avLst/>
            </a:prstGeom>
            <a:solidFill>
              <a:schemeClr val="accent6">
                <a:lumMod val="60000"/>
                <a:lumOff val="4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Mở rộng tự động hóa RPA và AI nội bộ</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Tự động hóa các quy trình như phân tích </a:t>
              </a:r>
              <a:r>
                <a:rPr lang="vi-VN" sz="1400" dirty="0" err="1">
                  <a:latin typeface="Times New Roman"/>
                  <a:cs typeface="Times New Roman"/>
                </a:rPr>
                <a:t>log</a:t>
              </a:r>
              <a:r>
                <a:rPr lang="vi-VN" sz="1400" dirty="0">
                  <a:latin typeface="Times New Roman"/>
                  <a:cs typeface="Times New Roman"/>
                </a:rPr>
                <a:t>, kiểm tra định kỳ, phân loại </a:t>
              </a:r>
              <a:r>
                <a:rPr lang="vi-VN" sz="1400" dirty="0" err="1">
                  <a:latin typeface="Times New Roman"/>
                  <a:cs typeface="Times New Roman"/>
                </a:rPr>
                <a:t>tícket</a:t>
              </a:r>
              <a:r>
                <a:rPr lang="vi-VN" sz="1400" dirty="0">
                  <a:latin typeface="Times New Roman"/>
                  <a:cs typeface="Times New Roman"/>
                </a:rPr>
                <a:t> </a:t>
              </a:r>
              <a:endParaRPr lang="vi-VN" sz="1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vi-VN" sz="1400" dirty="0">
                  <a:latin typeface="Times New Roman"/>
                  <a:cs typeface="Times New Roman"/>
                </a:rPr>
                <a:t>Rà soát các </a:t>
              </a:r>
              <a:r>
                <a:rPr lang="vi-VN" sz="1400" dirty="0" err="1">
                  <a:latin typeface="Times New Roman"/>
                  <a:cs typeface="Times New Roman"/>
                </a:rPr>
                <a:t>các</a:t>
              </a:r>
              <a:r>
                <a:rPr lang="vi-VN" sz="1400" dirty="0">
                  <a:latin typeface="Times New Roman"/>
                  <a:cs typeface="Times New Roman"/>
                </a:rPr>
                <a:t> quy trình giữa các phòng ban (kho, chất lượng, mua hàng, sản xuất,…) lựa chọn kịch bản tự động hóa có hiệu quả</a:t>
              </a:r>
              <a:endParaRPr lang="en-US" sz="1400" dirty="0">
                <a:latin typeface="Times New Roman"/>
                <a:cs typeface="Times New Roman"/>
              </a:endParaRPr>
            </a:p>
          </p:txBody>
        </p:sp>
        <p:sp>
          <p:nvSpPr>
            <p:cNvPr id="9" name="Rectangle: Rounded Corners 8">
              <a:extLst>
                <a:ext uri="{FF2B5EF4-FFF2-40B4-BE49-F238E27FC236}">
                  <a16:creationId xmlns:a16="http://schemas.microsoft.com/office/drawing/2014/main" id="{D8022ADB-2470-4071-B5F5-6A75050E983C}"/>
                </a:ext>
              </a:extLst>
            </p:cNvPr>
            <p:cNvSpPr/>
            <p:nvPr/>
          </p:nvSpPr>
          <p:spPr>
            <a:xfrm>
              <a:off x="4156505" y="4526240"/>
              <a:ext cx="7293212" cy="1060658"/>
            </a:xfrm>
            <a:prstGeom prst="roundRect">
              <a:avLst/>
            </a:prstGeom>
            <a:solidFill>
              <a:srgbClr val="FFC5C5"/>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Chuẩn hóa dữ liệu và quy trình</a:t>
              </a:r>
              <a:endParaRPr lang="vi-VN" sz="1400" b="1"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vi-VN" sz="1400" dirty="0">
                  <a:latin typeface="Times New Roman"/>
                  <a:cs typeface="Times New Roman"/>
                </a:rPr>
                <a:t>Chuẩn hóa các dữ liệu như Mã KH, Mã SP,.. thống nhất quy tắc đặt tên và mã hóa dữ liệu, phục vụ tích hợp hệ thống và triển khai SAP/MES</a:t>
              </a:r>
              <a:endParaRPr lang="en-US" sz="1400"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Xây dựng ma trận quy trình liên phòng ban, xác định rõ ràng ữ liệu chính và phòng ban phụ trách</a:t>
              </a:r>
              <a:endParaRPr lang="en-US" sz="1400" dirty="0">
                <a:latin typeface="Times New Roman"/>
                <a:cs typeface="Times New Roman"/>
              </a:endParaRPr>
            </a:p>
          </p:txBody>
        </p:sp>
        <p:sp>
          <p:nvSpPr>
            <p:cNvPr id="11" name="Rectangle: Rounded Corners 10">
              <a:extLst>
                <a:ext uri="{FF2B5EF4-FFF2-40B4-BE49-F238E27FC236}">
                  <a16:creationId xmlns:a16="http://schemas.microsoft.com/office/drawing/2014/main" id="{47E5523E-6346-421C-8332-475CB77FC5E8}"/>
                </a:ext>
              </a:extLst>
            </p:cNvPr>
            <p:cNvSpPr/>
            <p:nvPr/>
          </p:nvSpPr>
          <p:spPr>
            <a:xfrm>
              <a:off x="3134871" y="5704379"/>
              <a:ext cx="7386788" cy="833395"/>
            </a:xfrm>
            <a:prstGeom prst="roundRect">
              <a:avLst/>
            </a:prstGeom>
            <a:solidFill>
              <a:schemeClr val="accent5">
                <a:lumMod val="40000"/>
                <a:lumOff val="60000"/>
              </a:schemeClr>
            </a:solidFill>
            <a:ln>
              <a:noFill/>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lIns="91440" tIns="45720" rIns="91440" bIns="45720" rtlCol="0" anchor="ctr"/>
            <a:lstStyle/>
            <a:p>
              <a:r>
                <a:rPr lang="vi-VN" sz="1400" b="1" dirty="0">
                  <a:latin typeface="Times New Roman"/>
                  <a:cs typeface="Times New Roman"/>
                </a:rPr>
                <a:t>Nâng cao năng lực nhân sự, tái cấu trúc vai trò</a:t>
              </a:r>
              <a:endParaRPr lang="en-US" sz="1400" b="1" dirty="0">
                <a:latin typeface="Times New Roman"/>
                <a:cs typeface="Times New Roman"/>
              </a:endParaRPr>
            </a:p>
            <a:p>
              <a:pPr marL="742950" lvl="1" indent="-285750">
                <a:buFont typeface="Wingdings" panose="05000000000000000000" pitchFamily="2" charset="2"/>
                <a:buChar char="Ø"/>
              </a:pPr>
              <a:r>
                <a:rPr lang="vi-VN" sz="1400" dirty="0">
                  <a:latin typeface="Times New Roman"/>
                  <a:cs typeface="Times New Roman"/>
                </a:rPr>
                <a:t>Lập kế hoạch đào tạo hàng năm về AI thực nghiệm, ATTT, ERP nâng cao, quản lý dự án</a:t>
              </a:r>
            </a:p>
            <a:p>
              <a:pPr marL="742950" lvl="1" indent="-285750">
                <a:buFont typeface="Wingdings" panose="05000000000000000000" pitchFamily="2" charset="2"/>
                <a:buChar char="Ø"/>
              </a:pPr>
              <a:r>
                <a:rPr lang="vi-VN" sz="1400" dirty="0">
                  <a:latin typeface="Times New Roman"/>
                  <a:cs typeface="Times New Roman"/>
                </a:rPr>
                <a:t>Xác định và quy hoạch các vai trò trong MIS (quản lý hệ thống, dữ liệu, tự động hóa,…)</a:t>
              </a:r>
            </a:p>
          </p:txBody>
        </p:sp>
        <p:grpSp>
          <p:nvGrpSpPr>
            <p:cNvPr id="16" name="Group 15">
              <a:extLst>
                <a:ext uri="{FF2B5EF4-FFF2-40B4-BE49-F238E27FC236}">
                  <a16:creationId xmlns:a16="http://schemas.microsoft.com/office/drawing/2014/main" id="{338716C8-6379-4D0C-8AD3-E109494609BA}"/>
                </a:ext>
              </a:extLst>
            </p:cNvPr>
            <p:cNvGrpSpPr/>
            <p:nvPr/>
          </p:nvGrpSpPr>
          <p:grpSpPr>
            <a:xfrm>
              <a:off x="288995" y="2240128"/>
              <a:ext cx="3375212" cy="3119717"/>
              <a:chOff x="289188" y="1514624"/>
              <a:chExt cx="4145426" cy="4145426"/>
            </a:xfrm>
          </p:grpSpPr>
          <p:grpSp>
            <p:nvGrpSpPr>
              <p:cNvPr id="17" name="Group 2">
                <a:extLst>
                  <a:ext uri="{FF2B5EF4-FFF2-40B4-BE49-F238E27FC236}">
                    <a16:creationId xmlns:a16="http://schemas.microsoft.com/office/drawing/2014/main" id="{351FEA4D-EE11-4179-B6DD-AD2A049644E7}"/>
                  </a:ext>
                </a:extLst>
              </p:cNvPr>
              <p:cNvGrpSpPr/>
              <p:nvPr/>
            </p:nvGrpSpPr>
            <p:grpSpPr>
              <a:xfrm>
                <a:off x="289188" y="1514624"/>
                <a:ext cx="4145426" cy="4145426"/>
                <a:chOff x="0" y="0"/>
                <a:chExt cx="812800" cy="812800"/>
              </a:xfrm>
            </p:grpSpPr>
            <p:sp>
              <p:nvSpPr>
                <p:cNvPr id="29" name="Freeform 3">
                  <a:extLst>
                    <a:ext uri="{FF2B5EF4-FFF2-40B4-BE49-F238E27FC236}">
                      <a16:creationId xmlns:a16="http://schemas.microsoft.com/office/drawing/2014/main" id="{0B43922C-CB53-40CC-8D20-361C20BB1B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a:no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sp>
            <p:sp>
              <p:nvSpPr>
                <p:cNvPr id="30" name="TextBox 4">
                  <a:extLst>
                    <a:ext uri="{FF2B5EF4-FFF2-40B4-BE49-F238E27FC236}">
                      <a16:creationId xmlns:a16="http://schemas.microsoft.com/office/drawing/2014/main" id="{F1235831-028D-46A0-B4C2-E9D46634528B}"/>
                    </a:ext>
                  </a:extLst>
                </p:cNvPr>
                <p:cNvSpPr txBox="1"/>
                <p:nvPr/>
              </p:nvSpPr>
              <p:spPr>
                <a:xfrm>
                  <a:off x="76200" y="28575"/>
                  <a:ext cx="660400" cy="708025"/>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grpSp>
          <p:grpSp>
            <p:nvGrpSpPr>
              <p:cNvPr id="18" name="Group 5">
                <a:extLst>
                  <a:ext uri="{FF2B5EF4-FFF2-40B4-BE49-F238E27FC236}">
                    <a16:creationId xmlns:a16="http://schemas.microsoft.com/office/drawing/2014/main" id="{B6D8879F-FD2E-46C6-B7D4-E12240FBCFF2}"/>
                  </a:ext>
                </a:extLst>
              </p:cNvPr>
              <p:cNvGrpSpPr/>
              <p:nvPr/>
            </p:nvGrpSpPr>
            <p:grpSpPr>
              <a:xfrm>
                <a:off x="461009" y="1699344"/>
                <a:ext cx="3790406" cy="3792509"/>
                <a:chOff x="0" y="0"/>
                <a:chExt cx="6489360" cy="6492960"/>
              </a:xfrm>
            </p:grpSpPr>
            <p:sp>
              <p:nvSpPr>
                <p:cNvPr id="28" name="Freeform 6">
                  <a:extLst>
                    <a:ext uri="{FF2B5EF4-FFF2-40B4-BE49-F238E27FC236}">
                      <a16:creationId xmlns:a16="http://schemas.microsoft.com/office/drawing/2014/main" id="{DBC00EE1-893B-49D3-8EE7-6BC6D34C0812}"/>
                    </a:ext>
                  </a:extLst>
                </p:cNvPr>
                <p:cNvSpPr/>
                <p:nvPr/>
              </p:nvSpPr>
              <p:spPr>
                <a:xfrm>
                  <a:off x="0" y="0"/>
                  <a:ext cx="6489446" cy="6493002"/>
                </a:xfrm>
                <a:custGeom>
                  <a:avLst/>
                  <a:gdLst/>
                  <a:ahLst/>
                  <a:cxnLst/>
                  <a:rect l="l" t="t" r="r" b="b"/>
                  <a:pathLst>
                    <a:path w="6489446" h="6493002">
                      <a:moveTo>
                        <a:pt x="3244723" y="6493002"/>
                      </a:moveTo>
                      <a:cubicBezTo>
                        <a:pt x="3221863" y="6493002"/>
                        <a:pt x="3206623" y="6470142"/>
                        <a:pt x="3206623" y="6454902"/>
                      </a:cubicBezTo>
                      <a:cubicBezTo>
                        <a:pt x="3206623" y="6432042"/>
                        <a:pt x="3221863" y="6416802"/>
                        <a:pt x="3244723" y="6416802"/>
                      </a:cubicBezTo>
                      <a:cubicBezTo>
                        <a:pt x="3252343" y="6416802"/>
                        <a:pt x="3252343" y="6416802"/>
                        <a:pt x="3252343" y="6416802"/>
                      </a:cubicBezTo>
                      <a:cubicBezTo>
                        <a:pt x="3275203" y="6416802"/>
                        <a:pt x="3290443" y="6432042"/>
                        <a:pt x="3290443" y="6454902"/>
                      </a:cubicBezTo>
                      <a:cubicBezTo>
                        <a:pt x="3290443" y="6470142"/>
                        <a:pt x="3275203" y="6493002"/>
                        <a:pt x="3252343" y="6493002"/>
                      </a:cubicBezTo>
                      <a:cubicBezTo>
                        <a:pt x="3252343" y="6493002"/>
                        <a:pt x="3252343" y="6493002"/>
                        <a:pt x="3244723" y="6493002"/>
                      </a:cubicBezTo>
                      <a:close/>
                      <a:moveTo>
                        <a:pt x="3023870" y="6485382"/>
                      </a:moveTo>
                      <a:cubicBezTo>
                        <a:pt x="3008630" y="6477762"/>
                        <a:pt x="2993390" y="6462522"/>
                        <a:pt x="2993390" y="6439662"/>
                      </a:cubicBezTo>
                      <a:cubicBezTo>
                        <a:pt x="2993390" y="6424422"/>
                        <a:pt x="3008630" y="6409182"/>
                        <a:pt x="3031490" y="6409182"/>
                      </a:cubicBezTo>
                      <a:cubicBezTo>
                        <a:pt x="3054350" y="6409182"/>
                        <a:pt x="3069590" y="6424422"/>
                        <a:pt x="3069590" y="6447282"/>
                      </a:cubicBezTo>
                      <a:cubicBezTo>
                        <a:pt x="3069590" y="6470142"/>
                        <a:pt x="3046730" y="6485382"/>
                        <a:pt x="3031490" y="6485382"/>
                      </a:cubicBezTo>
                      <a:cubicBezTo>
                        <a:pt x="3031490" y="6485382"/>
                        <a:pt x="3031490" y="6485382"/>
                        <a:pt x="3023870" y="6485382"/>
                      </a:cubicBezTo>
                      <a:close/>
                      <a:moveTo>
                        <a:pt x="3427603" y="6447282"/>
                      </a:moveTo>
                      <a:cubicBezTo>
                        <a:pt x="3427603" y="6424422"/>
                        <a:pt x="3442843" y="6409182"/>
                        <a:pt x="3465703" y="6409182"/>
                      </a:cubicBezTo>
                      <a:cubicBezTo>
                        <a:pt x="3480943" y="6401562"/>
                        <a:pt x="3503803" y="6424422"/>
                        <a:pt x="3503803" y="6439662"/>
                      </a:cubicBezTo>
                      <a:cubicBezTo>
                        <a:pt x="3503803" y="6462522"/>
                        <a:pt x="3488563" y="6477762"/>
                        <a:pt x="3465703" y="6485382"/>
                      </a:cubicBezTo>
                      <a:cubicBezTo>
                        <a:pt x="3442843" y="6485382"/>
                        <a:pt x="3427603" y="6470142"/>
                        <a:pt x="3427603" y="6447282"/>
                      </a:cubicBezTo>
                      <a:close/>
                      <a:moveTo>
                        <a:pt x="2810637" y="6462522"/>
                      </a:moveTo>
                      <a:cubicBezTo>
                        <a:pt x="2787777" y="6454902"/>
                        <a:pt x="2772537" y="6439662"/>
                        <a:pt x="2780157" y="6416802"/>
                      </a:cubicBezTo>
                      <a:cubicBezTo>
                        <a:pt x="2780157" y="6401562"/>
                        <a:pt x="2803017" y="6386322"/>
                        <a:pt x="2818257" y="6386322"/>
                      </a:cubicBezTo>
                      <a:cubicBezTo>
                        <a:pt x="2841117" y="6386322"/>
                        <a:pt x="2856357" y="6409182"/>
                        <a:pt x="2856357" y="6432042"/>
                      </a:cubicBezTo>
                      <a:cubicBezTo>
                        <a:pt x="2848737" y="6447282"/>
                        <a:pt x="2833497" y="6462522"/>
                        <a:pt x="2818257" y="6462522"/>
                      </a:cubicBezTo>
                      <a:cubicBezTo>
                        <a:pt x="2818257" y="6462522"/>
                        <a:pt x="2810637" y="6462522"/>
                        <a:pt x="2810637" y="6462522"/>
                      </a:cubicBezTo>
                      <a:close/>
                      <a:moveTo>
                        <a:pt x="3640836" y="6424422"/>
                      </a:moveTo>
                      <a:cubicBezTo>
                        <a:pt x="3640836" y="6409182"/>
                        <a:pt x="3656076" y="6386322"/>
                        <a:pt x="3671316" y="6386322"/>
                      </a:cubicBezTo>
                      <a:cubicBezTo>
                        <a:pt x="3694176" y="6378702"/>
                        <a:pt x="3709416" y="6393942"/>
                        <a:pt x="3717036" y="6416802"/>
                      </a:cubicBezTo>
                      <a:cubicBezTo>
                        <a:pt x="3717036" y="6439662"/>
                        <a:pt x="3701796" y="6454902"/>
                        <a:pt x="3686556" y="6462522"/>
                      </a:cubicBezTo>
                      <a:cubicBezTo>
                        <a:pt x="3678936" y="6462522"/>
                        <a:pt x="3678936" y="6462522"/>
                        <a:pt x="3678936" y="6462522"/>
                      </a:cubicBezTo>
                      <a:cubicBezTo>
                        <a:pt x="3656076" y="6462522"/>
                        <a:pt x="3640836" y="6447282"/>
                        <a:pt x="3640836" y="6424422"/>
                      </a:cubicBezTo>
                      <a:close/>
                      <a:moveTo>
                        <a:pt x="2597404" y="6424422"/>
                      </a:moveTo>
                      <a:cubicBezTo>
                        <a:pt x="2574544" y="6424422"/>
                        <a:pt x="2566924" y="6401562"/>
                        <a:pt x="2566924" y="6378702"/>
                      </a:cubicBezTo>
                      <a:cubicBezTo>
                        <a:pt x="2574544" y="6363462"/>
                        <a:pt x="2589784" y="6348222"/>
                        <a:pt x="2612644" y="6348222"/>
                      </a:cubicBezTo>
                      <a:cubicBezTo>
                        <a:pt x="2635504" y="6355842"/>
                        <a:pt x="2650744" y="6378702"/>
                        <a:pt x="2643124" y="6393942"/>
                      </a:cubicBezTo>
                      <a:cubicBezTo>
                        <a:pt x="2635504" y="6416802"/>
                        <a:pt x="2620264" y="6424422"/>
                        <a:pt x="2605024" y="6424422"/>
                      </a:cubicBezTo>
                      <a:cubicBezTo>
                        <a:pt x="2605024" y="6424422"/>
                        <a:pt x="2597404" y="6424422"/>
                        <a:pt x="2597404" y="6424422"/>
                      </a:cubicBezTo>
                      <a:close/>
                      <a:moveTo>
                        <a:pt x="3854196" y="6393942"/>
                      </a:moveTo>
                      <a:cubicBezTo>
                        <a:pt x="3846576" y="6371082"/>
                        <a:pt x="3861816" y="6355842"/>
                        <a:pt x="3884676" y="6348222"/>
                      </a:cubicBezTo>
                      <a:cubicBezTo>
                        <a:pt x="3899916" y="6348222"/>
                        <a:pt x="3922776" y="6355842"/>
                        <a:pt x="3930396" y="6378702"/>
                      </a:cubicBezTo>
                      <a:cubicBezTo>
                        <a:pt x="3930396" y="6401562"/>
                        <a:pt x="3915156" y="6416802"/>
                        <a:pt x="3899916" y="6424422"/>
                      </a:cubicBezTo>
                      <a:cubicBezTo>
                        <a:pt x="3892296" y="6424422"/>
                        <a:pt x="3892296" y="6424422"/>
                        <a:pt x="3892296" y="6424422"/>
                      </a:cubicBezTo>
                      <a:cubicBezTo>
                        <a:pt x="3869436" y="6424422"/>
                        <a:pt x="3854196" y="6409182"/>
                        <a:pt x="3854196" y="6393942"/>
                      </a:cubicBezTo>
                      <a:close/>
                      <a:moveTo>
                        <a:pt x="2384171" y="6378702"/>
                      </a:moveTo>
                      <a:cubicBezTo>
                        <a:pt x="2368931" y="6371082"/>
                        <a:pt x="2353691" y="6348222"/>
                        <a:pt x="2361311" y="6325362"/>
                      </a:cubicBezTo>
                      <a:cubicBezTo>
                        <a:pt x="2368931" y="6310122"/>
                        <a:pt x="2384171" y="6294882"/>
                        <a:pt x="2407031" y="6302502"/>
                      </a:cubicBezTo>
                      <a:cubicBezTo>
                        <a:pt x="2429891" y="6310122"/>
                        <a:pt x="2437511" y="6325362"/>
                        <a:pt x="2437511" y="6348222"/>
                      </a:cubicBezTo>
                      <a:cubicBezTo>
                        <a:pt x="2429891" y="6363462"/>
                        <a:pt x="2414651" y="6378702"/>
                        <a:pt x="2399411" y="6378702"/>
                      </a:cubicBezTo>
                      <a:cubicBezTo>
                        <a:pt x="2391791" y="6378702"/>
                        <a:pt x="2391791" y="6378702"/>
                        <a:pt x="2384171" y="6378702"/>
                      </a:cubicBezTo>
                      <a:close/>
                      <a:moveTo>
                        <a:pt x="4059809" y="6348222"/>
                      </a:moveTo>
                      <a:cubicBezTo>
                        <a:pt x="4052189" y="6325362"/>
                        <a:pt x="4067429" y="6302502"/>
                        <a:pt x="4090289" y="6302502"/>
                      </a:cubicBezTo>
                      <a:cubicBezTo>
                        <a:pt x="4105529" y="6294882"/>
                        <a:pt x="4128389" y="6302502"/>
                        <a:pt x="4136009" y="6325362"/>
                      </a:cubicBezTo>
                      <a:cubicBezTo>
                        <a:pt x="4143629" y="6348222"/>
                        <a:pt x="4128389" y="6371082"/>
                        <a:pt x="4105529" y="6371082"/>
                      </a:cubicBezTo>
                      <a:cubicBezTo>
                        <a:pt x="4105529" y="6371082"/>
                        <a:pt x="4097909" y="6371082"/>
                        <a:pt x="4097909" y="6371082"/>
                      </a:cubicBezTo>
                      <a:cubicBezTo>
                        <a:pt x="4082669" y="6371082"/>
                        <a:pt x="4067429" y="6363462"/>
                        <a:pt x="4059809" y="6348222"/>
                      </a:cubicBezTo>
                      <a:close/>
                      <a:moveTo>
                        <a:pt x="2178558" y="6310122"/>
                      </a:moveTo>
                      <a:cubicBezTo>
                        <a:pt x="2163318" y="6302502"/>
                        <a:pt x="2148078" y="6279642"/>
                        <a:pt x="2155698" y="6264402"/>
                      </a:cubicBezTo>
                      <a:cubicBezTo>
                        <a:pt x="2163318" y="6241542"/>
                        <a:pt x="2186178" y="6233922"/>
                        <a:pt x="2209038" y="6241542"/>
                      </a:cubicBezTo>
                      <a:cubicBezTo>
                        <a:pt x="2224278" y="6249162"/>
                        <a:pt x="2239518" y="6264402"/>
                        <a:pt x="2231898" y="6287262"/>
                      </a:cubicBezTo>
                      <a:cubicBezTo>
                        <a:pt x="2224278" y="6302502"/>
                        <a:pt x="2209038" y="6310122"/>
                        <a:pt x="2193798" y="6310122"/>
                      </a:cubicBezTo>
                      <a:cubicBezTo>
                        <a:pt x="2186178" y="6310122"/>
                        <a:pt x="2186178" y="6310122"/>
                        <a:pt x="2178558" y="6310122"/>
                      </a:cubicBezTo>
                      <a:close/>
                      <a:moveTo>
                        <a:pt x="4265549" y="6287262"/>
                      </a:moveTo>
                      <a:cubicBezTo>
                        <a:pt x="4257929" y="6264402"/>
                        <a:pt x="4273169" y="6241542"/>
                        <a:pt x="4288409" y="6233922"/>
                      </a:cubicBezTo>
                      <a:cubicBezTo>
                        <a:pt x="4311269" y="6226302"/>
                        <a:pt x="4334129" y="6241542"/>
                        <a:pt x="4341749" y="6256782"/>
                      </a:cubicBezTo>
                      <a:cubicBezTo>
                        <a:pt x="4341749" y="6279642"/>
                        <a:pt x="4334129" y="6302502"/>
                        <a:pt x="4311269" y="6310122"/>
                      </a:cubicBezTo>
                      <a:cubicBezTo>
                        <a:pt x="4311269" y="6310122"/>
                        <a:pt x="4303649" y="6310122"/>
                        <a:pt x="4303649" y="6310122"/>
                      </a:cubicBezTo>
                      <a:cubicBezTo>
                        <a:pt x="4288409" y="6310122"/>
                        <a:pt x="4273169" y="6302502"/>
                        <a:pt x="4265549" y="6287262"/>
                      </a:cubicBezTo>
                      <a:close/>
                      <a:moveTo>
                        <a:pt x="1980565" y="6233922"/>
                      </a:moveTo>
                      <a:cubicBezTo>
                        <a:pt x="1957705" y="6226302"/>
                        <a:pt x="1950085" y="6203442"/>
                        <a:pt x="1957705" y="6180582"/>
                      </a:cubicBezTo>
                      <a:cubicBezTo>
                        <a:pt x="1965325" y="6165342"/>
                        <a:pt x="1988185" y="6157722"/>
                        <a:pt x="2011045" y="6165342"/>
                      </a:cubicBezTo>
                      <a:cubicBezTo>
                        <a:pt x="2026285" y="6172962"/>
                        <a:pt x="2033905" y="6195822"/>
                        <a:pt x="2026285" y="6211062"/>
                      </a:cubicBezTo>
                      <a:cubicBezTo>
                        <a:pt x="2018665" y="6226302"/>
                        <a:pt x="2011045" y="6233922"/>
                        <a:pt x="1995805" y="6233922"/>
                      </a:cubicBezTo>
                      <a:cubicBezTo>
                        <a:pt x="1988185" y="6233922"/>
                        <a:pt x="1980565" y="6233922"/>
                        <a:pt x="1980565" y="6233922"/>
                      </a:cubicBezTo>
                      <a:close/>
                      <a:moveTo>
                        <a:pt x="4463542" y="6211062"/>
                      </a:moveTo>
                      <a:cubicBezTo>
                        <a:pt x="4455922" y="6188202"/>
                        <a:pt x="4463542" y="6165342"/>
                        <a:pt x="4486402" y="6157722"/>
                      </a:cubicBezTo>
                      <a:cubicBezTo>
                        <a:pt x="4509262" y="6150102"/>
                        <a:pt x="4524502" y="6157722"/>
                        <a:pt x="4539742" y="6180582"/>
                      </a:cubicBezTo>
                      <a:cubicBezTo>
                        <a:pt x="4547362" y="6195822"/>
                        <a:pt x="4532122" y="6218682"/>
                        <a:pt x="4516882" y="6226302"/>
                      </a:cubicBezTo>
                      <a:cubicBezTo>
                        <a:pt x="4509262" y="6233922"/>
                        <a:pt x="4509262" y="6233922"/>
                        <a:pt x="4501642" y="6233922"/>
                      </a:cubicBezTo>
                      <a:cubicBezTo>
                        <a:pt x="4486402" y="6233922"/>
                        <a:pt x="4471162" y="6226302"/>
                        <a:pt x="4463542" y="6211062"/>
                      </a:cubicBezTo>
                      <a:close/>
                      <a:moveTo>
                        <a:pt x="1782445" y="6142482"/>
                      </a:moveTo>
                      <a:cubicBezTo>
                        <a:pt x="1759585" y="6134862"/>
                        <a:pt x="1751965" y="6112002"/>
                        <a:pt x="1767205" y="6089142"/>
                      </a:cubicBezTo>
                      <a:cubicBezTo>
                        <a:pt x="1774825" y="6073902"/>
                        <a:pt x="1797685" y="6066282"/>
                        <a:pt x="1812925" y="6073902"/>
                      </a:cubicBezTo>
                      <a:cubicBezTo>
                        <a:pt x="1835785" y="6081522"/>
                        <a:pt x="1843405" y="6104382"/>
                        <a:pt x="1835785" y="6127242"/>
                      </a:cubicBezTo>
                      <a:cubicBezTo>
                        <a:pt x="1828165" y="6134862"/>
                        <a:pt x="1812925" y="6142482"/>
                        <a:pt x="1797685" y="6142482"/>
                      </a:cubicBezTo>
                      <a:cubicBezTo>
                        <a:pt x="1790065" y="6142482"/>
                        <a:pt x="1790065" y="6142482"/>
                        <a:pt x="1782445" y="6142482"/>
                      </a:cubicBezTo>
                      <a:close/>
                      <a:moveTo>
                        <a:pt x="4661535" y="6119622"/>
                      </a:moveTo>
                      <a:cubicBezTo>
                        <a:pt x="4653915" y="6104382"/>
                        <a:pt x="4661535" y="6081522"/>
                        <a:pt x="4676775" y="6073902"/>
                      </a:cubicBezTo>
                      <a:cubicBezTo>
                        <a:pt x="4699635" y="6058662"/>
                        <a:pt x="4722495" y="6066282"/>
                        <a:pt x="4730115" y="6089142"/>
                      </a:cubicBezTo>
                      <a:cubicBezTo>
                        <a:pt x="4737735" y="6104382"/>
                        <a:pt x="4730115" y="6127242"/>
                        <a:pt x="4714875" y="6134862"/>
                      </a:cubicBezTo>
                      <a:cubicBezTo>
                        <a:pt x="4707255" y="6142482"/>
                        <a:pt x="4699635" y="6142482"/>
                        <a:pt x="4692015" y="6142482"/>
                      </a:cubicBezTo>
                      <a:cubicBezTo>
                        <a:pt x="4684395" y="6142482"/>
                        <a:pt x="4669155" y="6134862"/>
                        <a:pt x="4661535" y="6119622"/>
                      </a:cubicBezTo>
                      <a:close/>
                      <a:moveTo>
                        <a:pt x="1592072" y="6035802"/>
                      </a:moveTo>
                      <a:cubicBezTo>
                        <a:pt x="1576832" y="6028182"/>
                        <a:pt x="1569212" y="6005322"/>
                        <a:pt x="1576832" y="5982462"/>
                      </a:cubicBezTo>
                      <a:cubicBezTo>
                        <a:pt x="1592072" y="5967222"/>
                        <a:pt x="1614932" y="5959602"/>
                        <a:pt x="1630172" y="5974842"/>
                      </a:cubicBezTo>
                      <a:cubicBezTo>
                        <a:pt x="1645412" y="5982462"/>
                        <a:pt x="1653032" y="6005322"/>
                        <a:pt x="1645412" y="6020562"/>
                      </a:cubicBezTo>
                      <a:cubicBezTo>
                        <a:pt x="1637792" y="6035802"/>
                        <a:pt x="1622552" y="6043422"/>
                        <a:pt x="1607312" y="6043422"/>
                      </a:cubicBezTo>
                      <a:cubicBezTo>
                        <a:pt x="1607312" y="6043422"/>
                        <a:pt x="1599692" y="6043422"/>
                        <a:pt x="1592072" y="6035802"/>
                      </a:cubicBezTo>
                      <a:close/>
                      <a:moveTo>
                        <a:pt x="4852035" y="6020562"/>
                      </a:moveTo>
                      <a:cubicBezTo>
                        <a:pt x="4836795" y="6005322"/>
                        <a:pt x="4844415" y="5982462"/>
                        <a:pt x="4859655" y="5967222"/>
                      </a:cubicBezTo>
                      <a:cubicBezTo>
                        <a:pt x="4882515" y="5959602"/>
                        <a:pt x="4905375" y="5959602"/>
                        <a:pt x="4912995" y="5982462"/>
                      </a:cubicBezTo>
                      <a:cubicBezTo>
                        <a:pt x="4928235" y="5997702"/>
                        <a:pt x="4920615" y="6020562"/>
                        <a:pt x="4905375" y="6035802"/>
                      </a:cubicBezTo>
                      <a:cubicBezTo>
                        <a:pt x="4897755" y="6035802"/>
                        <a:pt x="4890135" y="6035802"/>
                        <a:pt x="4882515" y="6035802"/>
                      </a:cubicBezTo>
                      <a:cubicBezTo>
                        <a:pt x="4867275" y="6035802"/>
                        <a:pt x="4859655" y="6035802"/>
                        <a:pt x="4852035" y="6020562"/>
                      </a:cubicBezTo>
                      <a:close/>
                      <a:moveTo>
                        <a:pt x="1409319" y="5921502"/>
                      </a:moveTo>
                      <a:cubicBezTo>
                        <a:pt x="1394079" y="5906262"/>
                        <a:pt x="1386459" y="5883402"/>
                        <a:pt x="1401699" y="5868162"/>
                      </a:cubicBezTo>
                      <a:cubicBezTo>
                        <a:pt x="1409319" y="5852922"/>
                        <a:pt x="1432179" y="5845302"/>
                        <a:pt x="1455039" y="5860542"/>
                      </a:cubicBezTo>
                      <a:cubicBezTo>
                        <a:pt x="1470279" y="5868162"/>
                        <a:pt x="1470279" y="5891022"/>
                        <a:pt x="1462659" y="5906262"/>
                      </a:cubicBezTo>
                      <a:cubicBezTo>
                        <a:pt x="1455039" y="5921502"/>
                        <a:pt x="1439799" y="5929122"/>
                        <a:pt x="1432179" y="5929122"/>
                      </a:cubicBezTo>
                      <a:cubicBezTo>
                        <a:pt x="1424559" y="5929122"/>
                        <a:pt x="1416939" y="5921502"/>
                        <a:pt x="1409319" y="5921502"/>
                      </a:cubicBezTo>
                      <a:close/>
                      <a:moveTo>
                        <a:pt x="5034788" y="5906262"/>
                      </a:moveTo>
                      <a:cubicBezTo>
                        <a:pt x="5019548" y="5891022"/>
                        <a:pt x="5027168" y="5868162"/>
                        <a:pt x="5042408" y="5852922"/>
                      </a:cubicBezTo>
                      <a:cubicBezTo>
                        <a:pt x="5057648" y="5845302"/>
                        <a:pt x="5080508" y="5845302"/>
                        <a:pt x="5095748" y="5860542"/>
                      </a:cubicBezTo>
                      <a:cubicBezTo>
                        <a:pt x="5103368" y="5883402"/>
                        <a:pt x="5103368" y="5906262"/>
                        <a:pt x="5080508" y="5913882"/>
                      </a:cubicBezTo>
                      <a:cubicBezTo>
                        <a:pt x="5080508" y="5921502"/>
                        <a:pt x="5072888" y="5921502"/>
                        <a:pt x="5065268" y="5921502"/>
                      </a:cubicBezTo>
                      <a:cubicBezTo>
                        <a:pt x="5050028" y="5921502"/>
                        <a:pt x="5034788" y="5913882"/>
                        <a:pt x="5034788" y="5906262"/>
                      </a:cubicBezTo>
                      <a:close/>
                      <a:moveTo>
                        <a:pt x="1234059" y="5791962"/>
                      </a:moveTo>
                      <a:cubicBezTo>
                        <a:pt x="1218819" y="5776722"/>
                        <a:pt x="1211199" y="5753862"/>
                        <a:pt x="1226439" y="5738622"/>
                      </a:cubicBezTo>
                      <a:cubicBezTo>
                        <a:pt x="1241679" y="5723382"/>
                        <a:pt x="1264539" y="5715762"/>
                        <a:pt x="1279779" y="5731002"/>
                      </a:cubicBezTo>
                      <a:cubicBezTo>
                        <a:pt x="1295019" y="5746242"/>
                        <a:pt x="1302639" y="5769102"/>
                        <a:pt x="1287399" y="5784342"/>
                      </a:cubicBezTo>
                      <a:cubicBezTo>
                        <a:pt x="1279779" y="5791962"/>
                        <a:pt x="1272159" y="5799582"/>
                        <a:pt x="1256919" y="5799582"/>
                      </a:cubicBezTo>
                      <a:cubicBezTo>
                        <a:pt x="1249299" y="5799582"/>
                        <a:pt x="1241679" y="5799582"/>
                        <a:pt x="1234059" y="5791962"/>
                      </a:cubicBezTo>
                      <a:close/>
                      <a:moveTo>
                        <a:pt x="5202301" y="5784342"/>
                      </a:moveTo>
                      <a:cubicBezTo>
                        <a:pt x="5194681" y="5761482"/>
                        <a:pt x="5194681" y="5738622"/>
                        <a:pt x="5209921" y="5731002"/>
                      </a:cubicBezTo>
                      <a:cubicBezTo>
                        <a:pt x="5225161" y="5715762"/>
                        <a:pt x="5248021" y="5715762"/>
                        <a:pt x="5263261" y="5731002"/>
                      </a:cubicBezTo>
                      <a:cubicBezTo>
                        <a:pt x="5278501" y="5753862"/>
                        <a:pt x="5270881" y="5776722"/>
                        <a:pt x="5255641" y="5784342"/>
                      </a:cubicBezTo>
                      <a:cubicBezTo>
                        <a:pt x="5248021" y="5791962"/>
                        <a:pt x="5240401" y="5791962"/>
                        <a:pt x="5232781" y="5791962"/>
                      </a:cubicBezTo>
                      <a:cubicBezTo>
                        <a:pt x="5225161" y="5791962"/>
                        <a:pt x="5209921" y="5791962"/>
                        <a:pt x="5202301" y="5784342"/>
                      </a:cubicBezTo>
                      <a:close/>
                      <a:moveTo>
                        <a:pt x="1066292" y="5647055"/>
                      </a:moveTo>
                      <a:cubicBezTo>
                        <a:pt x="1051052" y="5639435"/>
                        <a:pt x="1051052" y="5608955"/>
                        <a:pt x="1066292" y="5593715"/>
                      </a:cubicBezTo>
                      <a:cubicBezTo>
                        <a:pt x="1081532" y="5578475"/>
                        <a:pt x="1104392" y="5578475"/>
                        <a:pt x="1119632" y="5593715"/>
                      </a:cubicBezTo>
                      <a:cubicBezTo>
                        <a:pt x="1134872" y="5608955"/>
                        <a:pt x="1134872" y="5631815"/>
                        <a:pt x="1119632" y="5647055"/>
                      </a:cubicBezTo>
                      <a:cubicBezTo>
                        <a:pt x="1112012" y="5654675"/>
                        <a:pt x="1104392" y="5662295"/>
                        <a:pt x="1096772" y="5662295"/>
                      </a:cubicBezTo>
                      <a:cubicBezTo>
                        <a:pt x="1081532" y="5662295"/>
                        <a:pt x="1073912" y="5654675"/>
                        <a:pt x="1066292" y="5647055"/>
                      </a:cubicBezTo>
                      <a:close/>
                      <a:moveTo>
                        <a:pt x="5369687" y="5647055"/>
                      </a:moveTo>
                      <a:cubicBezTo>
                        <a:pt x="5354447" y="5631815"/>
                        <a:pt x="5354447" y="5601335"/>
                        <a:pt x="5369687" y="5593715"/>
                      </a:cubicBezTo>
                      <a:cubicBezTo>
                        <a:pt x="5384927" y="5578475"/>
                        <a:pt x="5407787" y="5578475"/>
                        <a:pt x="5423027" y="5593715"/>
                      </a:cubicBezTo>
                      <a:cubicBezTo>
                        <a:pt x="5438267" y="5608955"/>
                        <a:pt x="5438267" y="5631815"/>
                        <a:pt x="5423027" y="5647055"/>
                      </a:cubicBezTo>
                      <a:cubicBezTo>
                        <a:pt x="5415407" y="5654675"/>
                        <a:pt x="5407787" y="5654675"/>
                        <a:pt x="5400167" y="5654675"/>
                      </a:cubicBezTo>
                      <a:cubicBezTo>
                        <a:pt x="5384927" y="5654675"/>
                        <a:pt x="5377307" y="5654675"/>
                        <a:pt x="5369687" y="5647055"/>
                      </a:cubicBezTo>
                      <a:close/>
                      <a:moveTo>
                        <a:pt x="914019" y="5502275"/>
                      </a:moveTo>
                      <a:cubicBezTo>
                        <a:pt x="898779" y="5487035"/>
                        <a:pt x="898779" y="5464175"/>
                        <a:pt x="914019" y="5448935"/>
                      </a:cubicBezTo>
                      <a:cubicBezTo>
                        <a:pt x="929259" y="5433695"/>
                        <a:pt x="952119" y="5433695"/>
                        <a:pt x="967359" y="5448935"/>
                      </a:cubicBezTo>
                      <a:cubicBezTo>
                        <a:pt x="982599" y="5464175"/>
                        <a:pt x="982599" y="5487035"/>
                        <a:pt x="967359" y="5502275"/>
                      </a:cubicBezTo>
                      <a:cubicBezTo>
                        <a:pt x="959739" y="5509895"/>
                        <a:pt x="952119" y="5509895"/>
                        <a:pt x="936879" y="5509895"/>
                      </a:cubicBezTo>
                      <a:cubicBezTo>
                        <a:pt x="929259" y="5509895"/>
                        <a:pt x="921639" y="5509895"/>
                        <a:pt x="914019" y="5502275"/>
                      </a:cubicBezTo>
                      <a:close/>
                      <a:moveTo>
                        <a:pt x="5522087" y="5494655"/>
                      </a:moveTo>
                      <a:cubicBezTo>
                        <a:pt x="5506847" y="5479415"/>
                        <a:pt x="5506847" y="5456555"/>
                        <a:pt x="5522087" y="5441315"/>
                      </a:cubicBezTo>
                      <a:cubicBezTo>
                        <a:pt x="5537327" y="5426075"/>
                        <a:pt x="5560187" y="5426075"/>
                        <a:pt x="5575427" y="5441315"/>
                      </a:cubicBezTo>
                      <a:cubicBezTo>
                        <a:pt x="5590667" y="5456555"/>
                        <a:pt x="5590667" y="5479415"/>
                        <a:pt x="5575427" y="5494655"/>
                      </a:cubicBezTo>
                      <a:cubicBezTo>
                        <a:pt x="5567807" y="5502275"/>
                        <a:pt x="5560187" y="5509895"/>
                        <a:pt x="5552567" y="5509895"/>
                      </a:cubicBezTo>
                      <a:cubicBezTo>
                        <a:pt x="5544947" y="5509895"/>
                        <a:pt x="5529707" y="5502275"/>
                        <a:pt x="5522087" y="5494655"/>
                      </a:cubicBezTo>
                      <a:close/>
                      <a:moveTo>
                        <a:pt x="769366" y="5342255"/>
                      </a:moveTo>
                      <a:cubicBezTo>
                        <a:pt x="754126" y="5319395"/>
                        <a:pt x="754126" y="5296535"/>
                        <a:pt x="769366" y="5288915"/>
                      </a:cubicBezTo>
                      <a:cubicBezTo>
                        <a:pt x="784606" y="5273675"/>
                        <a:pt x="815086" y="5273675"/>
                        <a:pt x="822706" y="5288915"/>
                      </a:cubicBezTo>
                      <a:cubicBezTo>
                        <a:pt x="837946" y="5304155"/>
                        <a:pt x="837946" y="5327015"/>
                        <a:pt x="822706" y="5342255"/>
                      </a:cubicBezTo>
                      <a:cubicBezTo>
                        <a:pt x="815086" y="5349875"/>
                        <a:pt x="807466" y="5349875"/>
                        <a:pt x="799846" y="5349875"/>
                      </a:cubicBezTo>
                      <a:cubicBezTo>
                        <a:pt x="784606" y="5349875"/>
                        <a:pt x="776986" y="5349875"/>
                        <a:pt x="769366" y="5342255"/>
                      </a:cubicBezTo>
                      <a:close/>
                      <a:moveTo>
                        <a:pt x="5666867" y="5342255"/>
                      </a:moveTo>
                      <a:cubicBezTo>
                        <a:pt x="5651627" y="5327015"/>
                        <a:pt x="5651627" y="5304155"/>
                        <a:pt x="5666867" y="5288915"/>
                      </a:cubicBezTo>
                      <a:cubicBezTo>
                        <a:pt x="5682107" y="5266055"/>
                        <a:pt x="5704967" y="5266055"/>
                        <a:pt x="5720207" y="5281295"/>
                      </a:cubicBezTo>
                      <a:cubicBezTo>
                        <a:pt x="5735447" y="5296535"/>
                        <a:pt x="5735447" y="5319395"/>
                        <a:pt x="5720207" y="5334635"/>
                      </a:cubicBezTo>
                      <a:cubicBezTo>
                        <a:pt x="5712587" y="5342255"/>
                        <a:pt x="5704967" y="5349875"/>
                        <a:pt x="5697347" y="5349875"/>
                      </a:cubicBezTo>
                      <a:cubicBezTo>
                        <a:pt x="5682107" y="5349875"/>
                        <a:pt x="5674487" y="5342255"/>
                        <a:pt x="5666867" y="5342255"/>
                      </a:cubicBezTo>
                      <a:close/>
                      <a:moveTo>
                        <a:pt x="632206" y="5166995"/>
                      </a:moveTo>
                      <a:cubicBezTo>
                        <a:pt x="616966" y="5151755"/>
                        <a:pt x="624586" y="5128895"/>
                        <a:pt x="639826" y="5113655"/>
                      </a:cubicBezTo>
                      <a:cubicBezTo>
                        <a:pt x="655066" y="5106035"/>
                        <a:pt x="685546" y="5106035"/>
                        <a:pt x="693166" y="5121275"/>
                      </a:cubicBezTo>
                      <a:cubicBezTo>
                        <a:pt x="708406" y="5144135"/>
                        <a:pt x="700786" y="5166995"/>
                        <a:pt x="685546" y="5174615"/>
                      </a:cubicBezTo>
                      <a:cubicBezTo>
                        <a:pt x="677926" y="5182235"/>
                        <a:pt x="670306" y="5182235"/>
                        <a:pt x="662686" y="5182235"/>
                      </a:cubicBezTo>
                      <a:cubicBezTo>
                        <a:pt x="655066" y="5182235"/>
                        <a:pt x="639826" y="5182235"/>
                        <a:pt x="632206" y="5166995"/>
                      </a:cubicBezTo>
                      <a:close/>
                      <a:moveTo>
                        <a:pt x="5803900" y="5174615"/>
                      </a:moveTo>
                      <a:cubicBezTo>
                        <a:pt x="5788660" y="5159375"/>
                        <a:pt x="5781040" y="5136515"/>
                        <a:pt x="5796280" y="5121275"/>
                      </a:cubicBezTo>
                      <a:cubicBezTo>
                        <a:pt x="5811520" y="5106035"/>
                        <a:pt x="5834380" y="5098415"/>
                        <a:pt x="5849620" y="5113655"/>
                      </a:cubicBezTo>
                      <a:cubicBezTo>
                        <a:pt x="5864860" y="5121275"/>
                        <a:pt x="5872480" y="5144135"/>
                        <a:pt x="5857240" y="5166995"/>
                      </a:cubicBezTo>
                      <a:cubicBezTo>
                        <a:pt x="5849620" y="5174615"/>
                        <a:pt x="5842000" y="5182235"/>
                        <a:pt x="5826760" y="5182235"/>
                      </a:cubicBezTo>
                      <a:cubicBezTo>
                        <a:pt x="5819140" y="5182235"/>
                        <a:pt x="5811520" y="5174615"/>
                        <a:pt x="5803900" y="5174615"/>
                      </a:cubicBezTo>
                      <a:close/>
                      <a:moveTo>
                        <a:pt x="510286" y="4991608"/>
                      </a:moveTo>
                      <a:cubicBezTo>
                        <a:pt x="495046" y="4976368"/>
                        <a:pt x="502666" y="4945888"/>
                        <a:pt x="517906" y="4938268"/>
                      </a:cubicBezTo>
                      <a:cubicBezTo>
                        <a:pt x="540766" y="4923028"/>
                        <a:pt x="563626" y="4930648"/>
                        <a:pt x="571246" y="4945888"/>
                      </a:cubicBezTo>
                      <a:cubicBezTo>
                        <a:pt x="586486" y="4968748"/>
                        <a:pt x="578866" y="4991608"/>
                        <a:pt x="563626" y="4999228"/>
                      </a:cubicBezTo>
                      <a:cubicBezTo>
                        <a:pt x="556006" y="5006848"/>
                        <a:pt x="548386" y="5006848"/>
                        <a:pt x="540766" y="5006848"/>
                      </a:cubicBezTo>
                      <a:cubicBezTo>
                        <a:pt x="533146" y="5006848"/>
                        <a:pt x="517906" y="4999228"/>
                        <a:pt x="510286" y="4991608"/>
                      </a:cubicBezTo>
                      <a:close/>
                      <a:moveTo>
                        <a:pt x="5925693" y="4999228"/>
                      </a:moveTo>
                      <a:cubicBezTo>
                        <a:pt x="5910453" y="4983988"/>
                        <a:pt x="5902833" y="4961128"/>
                        <a:pt x="5918073" y="4945888"/>
                      </a:cubicBezTo>
                      <a:cubicBezTo>
                        <a:pt x="5925693" y="4923028"/>
                        <a:pt x="5948553" y="4923028"/>
                        <a:pt x="5971413" y="4930648"/>
                      </a:cubicBezTo>
                      <a:cubicBezTo>
                        <a:pt x="5986653" y="4945888"/>
                        <a:pt x="5994273" y="4968748"/>
                        <a:pt x="5979033" y="4983988"/>
                      </a:cubicBezTo>
                      <a:cubicBezTo>
                        <a:pt x="5971413" y="4999228"/>
                        <a:pt x="5963793" y="5006848"/>
                        <a:pt x="5948553" y="5006848"/>
                      </a:cubicBezTo>
                      <a:cubicBezTo>
                        <a:pt x="5940933" y="5006848"/>
                        <a:pt x="5933313" y="4999228"/>
                        <a:pt x="5925693" y="4999228"/>
                      </a:cubicBezTo>
                      <a:close/>
                      <a:moveTo>
                        <a:pt x="396113" y="4801108"/>
                      </a:moveTo>
                      <a:cubicBezTo>
                        <a:pt x="388493" y="4785868"/>
                        <a:pt x="396113" y="4763008"/>
                        <a:pt x="411353" y="4755388"/>
                      </a:cubicBezTo>
                      <a:cubicBezTo>
                        <a:pt x="434213" y="4740148"/>
                        <a:pt x="457073" y="4747768"/>
                        <a:pt x="464693" y="4770628"/>
                      </a:cubicBezTo>
                      <a:cubicBezTo>
                        <a:pt x="479933" y="4785868"/>
                        <a:pt x="472313" y="4808728"/>
                        <a:pt x="449453" y="4816348"/>
                      </a:cubicBezTo>
                      <a:cubicBezTo>
                        <a:pt x="441833" y="4823968"/>
                        <a:pt x="441833" y="4823968"/>
                        <a:pt x="434213" y="4823968"/>
                      </a:cubicBezTo>
                      <a:cubicBezTo>
                        <a:pt x="418973" y="4823968"/>
                        <a:pt x="403733" y="4816348"/>
                        <a:pt x="396113" y="4801108"/>
                      </a:cubicBezTo>
                      <a:close/>
                      <a:moveTo>
                        <a:pt x="6039993" y="4816348"/>
                      </a:moveTo>
                      <a:cubicBezTo>
                        <a:pt x="6017133" y="4801108"/>
                        <a:pt x="6017133" y="4778248"/>
                        <a:pt x="6024753" y="4763008"/>
                      </a:cubicBezTo>
                      <a:cubicBezTo>
                        <a:pt x="6032373" y="4740148"/>
                        <a:pt x="6055233" y="4740148"/>
                        <a:pt x="6078093" y="4747768"/>
                      </a:cubicBezTo>
                      <a:cubicBezTo>
                        <a:pt x="6093333" y="4755388"/>
                        <a:pt x="6100953" y="4778248"/>
                        <a:pt x="6093333" y="4801108"/>
                      </a:cubicBezTo>
                      <a:cubicBezTo>
                        <a:pt x="6085713" y="4808728"/>
                        <a:pt x="6070473" y="4816348"/>
                        <a:pt x="6055233" y="4816348"/>
                      </a:cubicBezTo>
                      <a:cubicBezTo>
                        <a:pt x="6047613" y="4816348"/>
                        <a:pt x="6047613" y="4816348"/>
                        <a:pt x="6039993" y="4816348"/>
                      </a:cubicBezTo>
                      <a:close/>
                      <a:moveTo>
                        <a:pt x="304673" y="4610608"/>
                      </a:moveTo>
                      <a:cubicBezTo>
                        <a:pt x="289433" y="4595368"/>
                        <a:pt x="297053" y="4572508"/>
                        <a:pt x="319913" y="4557268"/>
                      </a:cubicBezTo>
                      <a:cubicBezTo>
                        <a:pt x="342773" y="4549648"/>
                        <a:pt x="358013" y="4557268"/>
                        <a:pt x="373253" y="4580128"/>
                      </a:cubicBezTo>
                      <a:cubicBezTo>
                        <a:pt x="380873" y="4595368"/>
                        <a:pt x="373253" y="4618228"/>
                        <a:pt x="350393" y="4625848"/>
                      </a:cubicBezTo>
                      <a:cubicBezTo>
                        <a:pt x="350393" y="4633468"/>
                        <a:pt x="342773" y="4633468"/>
                        <a:pt x="335153" y="4633468"/>
                      </a:cubicBezTo>
                      <a:cubicBezTo>
                        <a:pt x="319913" y="4633468"/>
                        <a:pt x="304673" y="4625848"/>
                        <a:pt x="304673" y="4610608"/>
                      </a:cubicBezTo>
                      <a:close/>
                      <a:moveTo>
                        <a:pt x="6139053" y="4625848"/>
                      </a:moveTo>
                      <a:cubicBezTo>
                        <a:pt x="6116193" y="4618228"/>
                        <a:pt x="6108573" y="4595368"/>
                        <a:pt x="6116193" y="4572508"/>
                      </a:cubicBezTo>
                      <a:cubicBezTo>
                        <a:pt x="6131433" y="4557268"/>
                        <a:pt x="6154293" y="4542028"/>
                        <a:pt x="6169533" y="4557268"/>
                      </a:cubicBezTo>
                      <a:cubicBezTo>
                        <a:pt x="6192393" y="4564888"/>
                        <a:pt x="6200013" y="4587748"/>
                        <a:pt x="6192393" y="4602988"/>
                      </a:cubicBezTo>
                      <a:cubicBezTo>
                        <a:pt x="6184773" y="4618228"/>
                        <a:pt x="6169533" y="4625848"/>
                        <a:pt x="6154293" y="4625848"/>
                      </a:cubicBezTo>
                      <a:cubicBezTo>
                        <a:pt x="6146673" y="4625848"/>
                        <a:pt x="6146673" y="4625848"/>
                        <a:pt x="6139053" y="4625848"/>
                      </a:cubicBezTo>
                      <a:close/>
                      <a:moveTo>
                        <a:pt x="213233" y="4412488"/>
                      </a:moveTo>
                      <a:cubicBezTo>
                        <a:pt x="205613" y="4389628"/>
                        <a:pt x="220853" y="4366768"/>
                        <a:pt x="236093" y="4359148"/>
                      </a:cubicBezTo>
                      <a:cubicBezTo>
                        <a:pt x="258953" y="4351528"/>
                        <a:pt x="281813" y="4366768"/>
                        <a:pt x="289433" y="4382008"/>
                      </a:cubicBezTo>
                      <a:cubicBezTo>
                        <a:pt x="297053" y="4404868"/>
                        <a:pt x="281813" y="4427728"/>
                        <a:pt x="266573" y="4435348"/>
                      </a:cubicBezTo>
                      <a:cubicBezTo>
                        <a:pt x="258953" y="4435348"/>
                        <a:pt x="258953" y="4435348"/>
                        <a:pt x="251333" y="4435348"/>
                      </a:cubicBezTo>
                      <a:cubicBezTo>
                        <a:pt x="236093" y="4435348"/>
                        <a:pt x="220853" y="4427728"/>
                        <a:pt x="213233" y="4412488"/>
                      </a:cubicBezTo>
                      <a:close/>
                      <a:moveTo>
                        <a:pt x="6222746" y="4427728"/>
                      </a:moveTo>
                      <a:cubicBezTo>
                        <a:pt x="6207506" y="4420108"/>
                        <a:pt x="6192266" y="4397248"/>
                        <a:pt x="6199886" y="4374388"/>
                      </a:cubicBezTo>
                      <a:cubicBezTo>
                        <a:pt x="6207506" y="4359148"/>
                        <a:pt x="6230366" y="4351528"/>
                        <a:pt x="6253226" y="4359148"/>
                      </a:cubicBezTo>
                      <a:cubicBezTo>
                        <a:pt x="6268466" y="4366768"/>
                        <a:pt x="6283706" y="4382008"/>
                        <a:pt x="6276086" y="4404868"/>
                      </a:cubicBezTo>
                      <a:cubicBezTo>
                        <a:pt x="6268466" y="4420108"/>
                        <a:pt x="6253226" y="4427728"/>
                        <a:pt x="6237986" y="4427728"/>
                      </a:cubicBezTo>
                      <a:cubicBezTo>
                        <a:pt x="6230366" y="4427728"/>
                        <a:pt x="6230366" y="4427728"/>
                        <a:pt x="6222746" y="4427728"/>
                      </a:cubicBezTo>
                      <a:close/>
                      <a:moveTo>
                        <a:pt x="144653" y="4206748"/>
                      </a:moveTo>
                      <a:cubicBezTo>
                        <a:pt x="137033" y="4183888"/>
                        <a:pt x="152273" y="4168648"/>
                        <a:pt x="167513" y="4161028"/>
                      </a:cubicBezTo>
                      <a:cubicBezTo>
                        <a:pt x="190373" y="4153408"/>
                        <a:pt x="213233" y="4161028"/>
                        <a:pt x="220853" y="4183888"/>
                      </a:cubicBezTo>
                      <a:cubicBezTo>
                        <a:pt x="220853" y="4206748"/>
                        <a:pt x="213233" y="4229608"/>
                        <a:pt x="190373" y="4229608"/>
                      </a:cubicBezTo>
                      <a:cubicBezTo>
                        <a:pt x="190373" y="4237228"/>
                        <a:pt x="182753" y="4237228"/>
                        <a:pt x="182753" y="4237228"/>
                      </a:cubicBezTo>
                      <a:cubicBezTo>
                        <a:pt x="167513" y="4237228"/>
                        <a:pt x="152273" y="4221988"/>
                        <a:pt x="144653" y="4206748"/>
                      </a:cubicBezTo>
                      <a:close/>
                      <a:moveTo>
                        <a:pt x="6298819" y="4221988"/>
                      </a:moveTo>
                      <a:cubicBezTo>
                        <a:pt x="6275959" y="4221988"/>
                        <a:pt x="6268339" y="4199128"/>
                        <a:pt x="6268339" y="4176268"/>
                      </a:cubicBezTo>
                      <a:cubicBezTo>
                        <a:pt x="6275959" y="4161028"/>
                        <a:pt x="6298819" y="4145788"/>
                        <a:pt x="6321679" y="4153408"/>
                      </a:cubicBezTo>
                      <a:cubicBezTo>
                        <a:pt x="6336919" y="4161028"/>
                        <a:pt x="6352159" y="4176268"/>
                        <a:pt x="6344539" y="4199128"/>
                      </a:cubicBezTo>
                      <a:cubicBezTo>
                        <a:pt x="6336919" y="4214368"/>
                        <a:pt x="6321679" y="4229608"/>
                        <a:pt x="6306439" y="4229608"/>
                      </a:cubicBezTo>
                      <a:cubicBezTo>
                        <a:pt x="6306439" y="4229608"/>
                        <a:pt x="6298819" y="4229608"/>
                        <a:pt x="6298819" y="4221988"/>
                      </a:cubicBezTo>
                      <a:close/>
                      <a:moveTo>
                        <a:pt x="91440" y="4000881"/>
                      </a:moveTo>
                      <a:cubicBezTo>
                        <a:pt x="83820" y="3978021"/>
                        <a:pt x="99060" y="3955161"/>
                        <a:pt x="114300" y="3955161"/>
                      </a:cubicBezTo>
                      <a:cubicBezTo>
                        <a:pt x="137160" y="3947541"/>
                        <a:pt x="160020" y="3962781"/>
                        <a:pt x="160020" y="3978021"/>
                      </a:cubicBezTo>
                      <a:cubicBezTo>
                        <a:pt x="167640" y="4000881"/>
                        <a:pt x="152400" y="4023741"/>
                        <a:pt x="137160" y="4023741"/>
                      </a:cubicBezTo>
                      <a:cubicBezTo>
                        <a:pt x="129540" y="4023741"/>
                        <a:pt x="129540" y="4023741"/>
                        <a:pt x="121920" y="4023741"/>
                      </a:cubicBezTo>
                      <a:cubicBezTo>
                        <a:pt x="106680" y="4023741"/>
                        <a:pt x="91440" y="4016121"/>
                        <a:pt x="91440" y="4000881"/>
                      </a:cubicBezTo>
                      <a:close/>
                      <a:moveTo>
                        <a:pt x="6352286" y="4016121"/>
                      </a:moveTo>
                      <a:cubicBezTo>
                        <a:pt x="6337046" y="4016121"/>
                        <a:pt x="6321806" y="3993261"/>
                        <a:pt x="6329426" y="3970401"/>
                      </a:cubicBezTo>
                      <a:cubicBezTo>
                        <a:pt x="6329426" y="3955161"/>
                        <a:pt x="6352286" y="3939921"/>
                        <a:pt x="6375146" y="3947541"/>
                      </a:cubicBezTo>
                      <a:cubicBezTo>
                        <a:pt x="6390386" y="3947541"/>
                        <a:pt x="6405626" y="3970401"/>
                        <a:pt x="6398006" y="3993261"/>
                      </a:cubicBezTo>
                      <a:cubicBezTo>
                        <a:pt x="6398006" y="4008501"/>
                        <a:pt x="6382766" y="4023741"/>
                        <a:pt x="6367526" y="4023741"/>
                      </a:cubicBezTo>
                      <a:cubicBezTo>
                        <a:pt x="6359906" y="4023741"/>
                        <a:pt x="6359906" y="4016121"/>
                        <a:pt x="6352286" y="4016121"/>
                      </a:cubicBezTo>
                      <a:close/>
                      <a:moveTo>
                        <a:pt x="45720" y="3787521"/>
                      </a:moveTo>
                      <a:cubicBezTo>
                        <a:pt x="38100" y="3764661"/>
                        <a:pt x="53340" y="3741801"/>
                        <a:pt x="76200" y="3741801"/>
                      </a:cubicBezTo>
                      <a:cubicBezTo>
                        <a:pt x="99060" y="3741801"/>
                        <a:pt x="114300" y="3749421"/>
                        <a:pt x="121920" y="3772281"/>
                      </a:cubicBezTo>
                      <a:cubicBezTo>
                        <a:pt x="121920" y="3795141"/>
                        <a:pt x="106680" y="3810381"/>
                        <a:pt x="91440" y="3818001"/>
                      </a:cubicBezTo>
                      <a:cubicBezTo>
                        <a:pt x="83820" y="3818001"/>
                        <a:pt x="83820" y="3818001"/>
                        <a:pt x="83820" y="3818001"/>
                      </a:cubicBezTo>
                      <a:cubicBezTo>
                        <a:pt x="60960" y="3818001"/>
                        <a:pt x="45720" y="3802761"/>
                        <a:pt x="45720" y="3787521"/>
                      </a:cubicBezTo>
                      <a:close/>
                      <a:moveTo>
                        <a:pt x="6398006" y="3810381"/>
                      </a:moveTo>
                      <a:cubicBezTo>
                        <a:pt x="6382766" y="3802761"/>
                        <a:pt x="6367526" y="3787521"/>
                        <a:pt x="6367526" y="3764661"/>
                      </a:cubicBezTo>
                      <a:cubicBezTo>
                        <a:pt x="6375146" y="3741801"/>
                        <a:pt x="6390386" y="3734181"/>
                        <a:pt x="6413246" y="3734181"/>
                      </a:cubicBezTo>
                      <a:cubicBezTo>
                        <a:pt x="6436106" y="3734181"/>
                        <a:pt x="6443726" y="3757041"/>
                        <a:pt x="6443726" y="3779901"/>
                      </a:cubicBezTo>
                      <a:cubicBezTo>
                        <a:pt x="6443726" y="3795141"/>
                        <a:pt x="6428486" y="3810381"/>
                        <a:pt x="6405626" y="3810381"/>
                      </a:cubicBezTo>
                      <a:cubicBezTo>
                        <a:pt x="6405626" y="3810381"/>
                        <a:pt x="6405626" y="3810381"/>
                        <a:pt x="6398006" y="3810381"/>
                      </a:cubicBezTo>
                      <a:close/>
                      <a:moveTo>
                        <a:pt x="15240" y="3574161"/>
                      </a:moveTo>
                      <a:cubicBezTo>
                        <a:pt x="15240" y="3551301"/>
                        <a:pt x="30480" y="3528441"/>
                        <a:pt x="53340" y="3528441"/>
                      </a:cubicBezTo>
                      <a:cubicBezTo>
                        <a:pt x="68580" y="3528441"/>
                        <a:pt x="91440" y="3543681"/>
                        <a:pt x="91440" y="3566541"/>
                      </a:cubicBezTo>
                      <a:cubicBezTo>
                        <a:pt x="91440" y="3581781"/>
                        <a:pt x="76200" y="3604641"/>
                        <a:pt x="60960" y="3604641"/>
                      </a:cubicBezTo>
                      <a:cubicBezTo>
                        <a:pt x="53340" y="3604641"/>
                        <a:pt x="53340" y="3604641"/>
                        <a:pt x="53340" y="3604641"/>
                      </a:cubicBezTo>
                      <a:cubicBezTo>
                        <a:pt x="38100" y="3604641"/>
                        <a:pt x="15240" y="3589401"/>
                        <a:pt x="15240" y="3574161"/>
                      </a:cubicBezTo>
                      <a:close/>
                      <a:moveTo>
                        <a:pt x="6428486" y="3597021"/>
                      </a:moveTo>
                      <a:cubicBezTo>
                        <a:pt x="6413246" y="3597021"/>
                        <a:pt x="6398006" y="3574161"/>
                        <a:pt x="6398006" y="3558921"/>
                      </a:cubicBezTo>
                      <a:cubicBezTo>
                        <a:pt x="6398006" y="3536061"/>
                        <a:pt x="6420866" y="3520821"/>
                        <a:pt x="6436106" y="3520821"/>
                      </a:cubicBezTo>
                      <a:cubicBezTo>
                        <a:pt x="6458966" y="3520821"/>
                        <a:pt x="6474206" y="3543681"/>
                        <a:pt x="6474206" y="3566541"/>
                      </a:cubicBezTo>
                      <a:cubicBezTo>
                        <a:pt x="6474206" y="3581781"/>
                        <a:pt x="6451346" y="3597021"/>
                        <a:pt x="6436106" y="3597021"/>
                      </a:cubicBezTo>
                      <a:cubicBezTo>
                        <a:pt x="6436106" y="3597021"/>
                        <a:pt x="6428486" y="3597021"/>
                        <a:pt x="6428486" y="3597021"/>
                      </a:cubicBezTo>
                      <a:close/>
                      <a:moveTo>
                        <a:pt x="0" y="3353181"/>
                      </a:moveTo>
                      <a:cubicBezTo>
                        <a:pt x="0" y="3330321"/>
                        <a:pt x="15240" y="3315081"/>
                        <a:pt x="38100" y="3315081"/>
                      </a:cubicBezTo>
                      <a:cubicBezTo>
                        <a:pt x="60960" y="3315081"/>
                        <a:pt x="76200" y="3330321"/>
                        <a:pt x="76200" y="3353181"/>
                      </a:cubicBezTo>
                      <a:cubicBezTo>
                        <a:pt x="76200" y="3376041"/>
                        <a:pt x="60960" y="3391281"/>
                        <a:pt x="38100" y="3391281"/>
                      </a:cubicBezTo>
                      <a:cubicBezTo>
                        <a:pt x="15240" y="3391281"/>
                        <a:pt x="0" y="3376041"/>
                        <a:pt x="0" y="3353181"/>
                      </a:cubicBezTo>
                      <a:close/>
                      <a:moveTo>
                        <a:pt x="6443599" y="3383661"/>
                      </a:moveTo>
                      <a:cubicBezTo>
                        <a:pt x="6428359" y="3383661"/>
                        <a:pt x="6413119" y="3368421"/>
                        <a:pt x="6413119" y="3345561"/>
                      </a:cubicBezTo>
                      <a:cubicBezTo>
                        <a:pt x="6413119" y="3322701"/>
                        <a:pt x="6428359" y="3307461"/>
                        <a:pt x="6451219" y="3307461"/>
                      </a:cubicBezTo>
                      <a:cubicBezTo>
                        <a:pt x="6474079" y="3307461"/>
                        <a:pt x="6489319" y="3322701"/>
                        <a:pt x="6489319" y="3345561"/>
                      </a:cubicBezTo>
                      <a:cubicBezTo>
                        <a:pt x="6489319" y="3368421"/>
                        <a:pt x="6466459" y="3383661"/>
                        <a:pt x="6451219" y="3383661"/>
                      </a:cubicBezTo>
                      <a:cubicBezTo>
                        <a:pt x="6451219" y="3383661"/>
                        <a:pt x="6443599" y="3383661"/>
                        <a:pt x="6443599" y="3383661"/>
                      </a:cubicBezTo>
                      <a:close/>
                      <a:moveTo>
                        <a:pt x="38100" y="3177921"/>
                      </a:moveTo>
                      <a:cubicBezTo>
                        <a:pt x="15240" y="3177921"/>
                        <a:pt x="0" y="3155061"/>
                        <a:pt x="0" y="3139821"/>
                      </a:cubicBezTo>
                      <a:cubicBezTo>
                        <a:pt x="0" y="3116961"/>
                        <a:pt x="22860" y="3101721"/>
                        <a:pt x="38100" y="3101721"/>
                      </a:cubicBezTo>
                      <a:cubicBezTo>
                        <a:pt x="60960" y="3101721"/>
                        <a:pt x="76200" y="3116961"/>
                        <a:pt x="76200" y="3139821"/>
                      </a:cubicBezTo>
                      <a:cubicBezTo>
                        <a:pt x="76200" y="3162681"/>
                        <a:pt x="60960" y="3177921"/>
                        <a:pt x="38100" y="3177921"/>
                      </a:cubicBezTo>
                      <a:close/>
                      <a:moveTo>
                        <a:pt x="6413246" y="3132201"/>
                      </a:moveTo>
                      <a:cubicBezTo>
                        <a:pt x="6405626" y="3109341"/>
                        <a:pt x="6428486" y="3094101"/>
                        <a:pt x="6443726" y="3094101"/>
                      </a:cubicBezTo>
                      <a:cubicBezTo>
                        <a:pt x="6466586" y="3094101"/>
                        <a:pt x="6481826" y="3109341"/>
                        <a:pt x="6489446" y="3132201"/>
                      </a:cubicBezTo>
                      <a:cubicBezTo>
                        <a:pt x="6489446" y="3147441"/>
                        <a:pt x="6466586" y="3170301"/>
                        <a:pt x="6451346" y="3170301"/>
                      </a:cubicBezTo>
                      <a:cubicBezTo>
                        <a:pt x="6428486" y="3170301"/>
                        <a:pt x="6413246" y="3155061"/>
                        <a:pt x="6413246" y="3132201"/>
                      </a:cubicBezTo>
                      <a:close/>
                      <a:moveTo>
                        <a:pt x="53340" y="2964561"/>
                      </a:moveTo>
                      <a:cubicBezTo>
                        <a:pt x="30480" y="2964561"/>
                        <a:pt x="15240" y="2941701"/>
                        <a:pt x="15240" y="2918841"/>
                      </a:cubicBezTo>
                      <a:cubicBezTo>
                        <a:pt x="15240" y="2903601"/>
                        <a:pt x="38100" y="2888361"/>
                        <a:pt x="53340" y="2888361"/>
                      </a:cubicBezTo>
                      <a:cubicBezTo>
                        <a:pt x="76200" y="2888361"/>
                        <a:pt x="91440" y="2911221"/>
                        <a:pt x="91440" y="2926461"/>
                      </a:cubicBezTo>
                      <a:cubicBezTo>
                        <a:pt x="91440" y="2949321"/>
                        <a:pt x="76200" y="2964561"/>
                        <a:pt x="53340" y="2964561"/>
                      </a:cubicBezTo>
                      <a:close/>
                      <a:moveTo>
                        <a:pt x="6398006" y="2918841"/>
                      </a:moveTo>
                      <a:cubicBezTo>
                        <a:pt x="6390386" y="2903601"/>
                        <a:pt x="6405626" y="2880741"/>
                        <a:pt x="6428486" y="2880741"/>
                      </a:cubicBezTo>
                      <a:cubicBezTo>
                        <a:pt x="6451346" y="2880741"/>
                        <a:pt x="6466586" y="2895981"/>
                        <a:pt x="6474206" y="2911221"/>
                      </a:cubicBezTo>
                      <a:cubicBezTo>
                        <a:pt x="6474206" y="2934081"/>
                        <a:pt x="6458966" y="2956941"/>
                        <a:pt x="6436106" y="2956941"/>
                      </a:cubicBezTo>
                      <a:cubicBezTo>
                        <a:pt x="6413246" y="2956941"/>
                        <a:pt x="6398006" y="2941701"/>
                        <a:pt x="6398006" y="2918841"/>
                      </a:cubicBezTo>
                      <a:close/>
                      <a:moveTo>
                        <a:pt x="76200" y="2751074"/>
                      </a:moveTo>
                      <a:cubicBezTo>
                        <a:pt x="53340" y="2743454"/>
                        <a:pt x="38100" y="2728214"/>
                        <a:pt x="45720" y="2705354"/>
                      </a:cubicBezTo>
                      <a:cubicBezTo>
                        <a:pt x="45720" y="2682494"/>
                        <a:pt x="68580" y="2674874"/>
                        <a:pt x="91440" y="2674874"/>
                      </a:cubicBezTo>
                      <a:cubicBezTo>
                        <a:pt x="106680" y="2674874"/>
                        <a:pt x="121920" y="2697734"/>
                        <a:pt x="121920" y="2720594"/>
                      </a:cubicBezTo>
                      <a:cubicBezTo>
                        <a:pt x="114300" y="2735834"/>
                        <a:pt x="99060" y="2751074"/>
                        <a:pt x="83820" y="2751074"/>
                      </a:cubicBezTo>
                      <a:cubicBezTo>
                        <a:pt x="76200" y="2751074"/>
                        <a:pt x="76200" y="2751074"/>
                        <a:pt x="76200" y="2751074"/>
                      </a:cubicBezTo>
                      <a:close/>
                      <a:moveTo>
                        <a:pt x="6367526" y="2712974"/>
                      </a:moveTo>
                      <a:cubicBezTo>
                        <a:pt x="6359906" y="2690114"/>
                        <a:pt x="6375146" y="2674874"/>
                        <a:pt x="6398006" y="2667254"/>
                      </a:cubicBezTo>
                      <a:cubicBezTo>
                        <a:pt x="6420866" y="2667254"/>
                        <a:pt x="6436106" y="2674874"/>
                        <a:pt x="6443726" y="2697734"/>
                      </a:cubicBezTo>
                      <a:cubicBezTo>
                        <a:pt x="6443726" y="2720594"/>
                        <a:pt x="6428486" y="2735834"/>
                        <a:pt x="6413246" y="2743454"/>
                      </a:cubicBezTo>
                      <a:cubicBezTo>
                        <a:pt x="6405626" y="2743454"/>
                        <a:pt x="6405626" y="2743454"/>
                        <a:pt x="6405626" y="2743454"/>
                      </a:cubicBezTo>
                      <a:cubicBezTo>
                        <a:pt x="6382766" y="2743454"/>
                        <a:pt x="6367526" y="2728214"/>
                        <a:pt x="6367526" y="2712974"/>
                      </a:cubicBezTo>
                      <a:close/>
                      <a:moveTo>
                        <a:pt x="114300" y="2537714"/>
                      </a:moveTo>
                      <a:cubicBezTo>
                        <a:pt x="91440" y="2537714"/>
                        <a:pt x="83820" y="2514854"/>
                        <a:pt x="83820" y="2491994"/>
                      </a:cubicBezTo>
                      <a:cubicBezTo>
                        <a:pt x="91440" y="2476754"/>
                        <a:pt x="114300" y="2461514"/>
                        <a:pt x="129540" y="2469134"/>
                      </a:cubicBezTo>
                      <a:cubicBezTo>
                        <a:pt x="152400" y="2469134"/>
                        <a:pt x="167640" y="2491994"/>
                        <a:pt x="160020" y="2514854"/>
                      </a:cubicBezTo>
                      <a:cubicBezTo>
                        <a:pt x="160020" y="2530094"/>
                        <a:pt x="144780" y="2537714"/>
                        <a:pt x="121920" y="2537714"/>
                      </a:cubicBezTo>
                      <a:cubicBezTo>
                        <a:pt x="121920" y="2537714"/>
                        <a:pt x="121920" y="2537714"/>
                        <a:pt x="114300" y="2537714"/>
                      </a:cubicBezTo>
                      <a:close/>
                      <a:moveTo>
                        <a:pt x="6321806" y="2507234"/>
                      </a:moveTo>
                      <a:cubicBezTo>
                        <a:pt x="6321806" y="2484374"/>
                        <a:pt x="6329426" y="2461514"/>
                        <a:pt x="6352286" y="2461514"/>
                      </a:cubicBezTo>
                      <a:cubicBezTo>
                        <a:pt x="6375146" y="2453894"/>
                        <a:pt x="6390386" y="2469134"/>
                        <a:pt x="6398006" y="2484374"/>
                      </a:cubicBezTo>
                      <a:cubicBezTo>
                        <a:pt x="6405626" y="2507234"/>
                        <a:pt x="6390386" y="2530094"/>
                        <a:pt x="6367526" y="2530094"/>
                      </a:cubicBezTo>
                      <a:cubicBezTo>
                        <a:pt x="6367526" y="2530094"/>
                        <a:pt x="6367526" y="2530094"/>
                        <a:pt x="6359906" y="2530094"/>
                      </a:cubicBezTo>
                      <a:cubicBezTo>
                        <a:pt x="6344666" y="2530094"/>
                        <a:pt x="6329426" y="2522474"/>
                        <a:pt x="6321806" y="2507234"/>
                      </a:cubicBezTo>
                      <a:close/>
                      <a:moveTo>
                        <a:pt x="167513" y="2331974"/>
                      </a:moveTo>
                      <a:cubicBezTo>
                        <a:pt x="152273" y="2324354"/>
                        <a:pt x="137033" y="2301494"/>
                        <a:pt x="144653" y="2286254"/>
                      </a:cubicBezTo>
                      <a:cubicBezTo>
                        <a:pt x="152273" y="2263394"/>
                        <a:pt x="175133" y="2255774"/>
                        <a:pt x="190373" y="2263394"/>
                      </a:cubicBezTo>
                      <a:cubicBezTo>
                        <a:pt x="213233" y="2263394"/>
                        <a:pt x="220853" y="2286254"/>
                        <a:pt x="213233" y="2309114"/>
                      </a:cubicBezTo>
                      <a:cubicBezTo>
                        <a:pt x="213233" y="2324354"/>
                        <a:pt x="197993" y="2331974"/>
                        <a:pt x="182753" y="2331974"/>
                      </a:cubicBezTo>
                      <a:cubicBezTo>
                        <a:pt x="175133" y="2331974"/>
                        <a:pt x="175133" y="2331974"/>
                        <a:pt x="167513" y="2331974"/>
                      </a:cubicBezTo>
                      <a:close/>
                      <a:moveTo>
                        <a:pt x="6268466" y="2301494"/>
                      </a:moveTo>
                      <a:cubicBezTo>
                        <a:pt x="6260846" y="2278634"/>
                        <a:pt x="6276086" y="2255774"/>
                        <a:pt x="6291326" y="2255774"/>
                      </a:cubicBezTo>
                      <a:cubicBezTo>
                        <a:pt x="6314186" y="2248154"/>
                        <a:pt x="6337046" y="2255774"/>
                        <a:pt x="6344666" y="2278634"/>
                      </a:cubicBezTo>
                      <a:cubicBezTo>
                        <a:pt x="6344666" y="2293874"/>
                        <a:pt x="6337046" y="2316734"/>
                        <a:pt x="6314186" y="2324354"/>
                      </a:cubicBezTo>
                      <a:cubicBezTo>
                        <a:pt x="6314186" y="2324354"/>
                        <a:pt x="6306566" y="2324354"/>
                        <a:pt x="6306566" y="2324354"/>
                      </a:cubicBezTo>
                      <a:cubicBezTo>
                        <a:pt x="6291326" y="2324354"/>
                        <a:pt x="6276086" y="2316734"/>
                        <a:pt x="6268466" y="2301494"/>
                      </a:cubicBezTo>
                      <a:close/>
                      <a:moveTo>
                        <a:pt x="236093" y="2126234"/>
                      </a:moveTo>
                      <a:cubicBezTo>
                        <a:pt x="220853" y="2118614"/>
                        <a:pt x="205613" y="2095754"/>
                        <a:pt x="213233" y="2080514"/>
                      </a:cubicBezTo>
                      <a:cubicBezTo>
                        <a:pt x="220853" y="2057654"/>
                        <a:pt x="243713" y="2050034"/>
                        <a:pt x="266573" y="2057654"/>
                      </a:cubicBezTo>
                      <a:cubicBezTo>
                        <a:pt x="281813" y="2065274"/>
                        <a:pt x="297053" y="2088134"/>
                        <a:pt x="289433" y="2103374"/>
                      </a:cubicBezTo>
                      <a:cubicBezTo>
                        <a:pt x="281813" y="2118614"/>
                        <a:pt x="266573" y="2133854"/>
                        <a:pt x="251333" y="2133854"/>
                      </a:cubicBezTo>
                      <a:cubicBezTo>
                        <a:pt x="243713" y="2133854"/>
                        <a:pt x="243713" y="2133854"/>
                        <a:pt x="236093" y="2126234"/>
                      </a:cubicBezTo>
                      <a:close/>
                      <a:moveTo>
                        <a:pt x="6199886" y="2103374"/>
                      </a:moveTo>
                      <a:cubicBezTo>
                        <a:pt x="6192266" y="2080514"/>
                        <a:pt x="6199886" y="2057654"/>
                        <a:pt x="6222746" y="2050034"/>
                      </a:cubicBezTo>
                      <a:cubicBezTo>
                        <a:pt x="6237986" y="2042414"/>
                        <a:pt x="6260846" y="2050034"/>
                        <a:pt x="6268466" y="2072894"/>
                      </a:cubicBezTo>
                      <a:cubicBezTo>
                        <a:pt x="6276086" y="2095754"/>
                        <a:pt x="6268466" y="2110994"/>
                        <a:pt x="6245606" y="2118614"/>
                      </a:cubicBezTo>
                      <a:cubicBezTo>
                        <a:pt x="6245606" y="2126234"/>
                        <a:pt x="6237986" y="2126234"/>
                        <a:pt x="6230366" y="2126234"/>
                      </a:cubicBezTo>
                      <a:cubicBezTo>
                        <a:pt x="6215126" y="2126234"/>
                        <a:pt x="6207506" y="2118614"/>
                        <a:pt x="6199886" y="2103374"/>
                      </a:cubicBezTo>
                      <a:close/>
                      <a:moveTo>
                        <a:pt x="319913" y="1928114"/>
                      </a:moveTo>
                      <a:cubicBezTo>
                        <a:pt x="297053" y="1920494"/>
                        <a:pt x="289433" y="1897634"/>
                        <a:pt x="297053" y="1882394"/>
                      </a:cubicBezTo>
                      <a:cubicBezTo>
                        <a:pt x="312293" y="1859534"/>
                        <a:pt x="335153" y="1851914"/>
                        <a:pt x="350393" y="1859534"/>
                      </a:cubicBezTo>
                      <a:cubicBezTo>
                        <a:pt x="373253" y="1867154"/>
                        <a:pt x="380873" y="1890014"/>
                        <a:pt x="365633" y="1912874"/>
                      </a:cubicBezTo>
                      <a:cubicBezTo>
                        <a:pt x="365633" y="1928114"/>
                        <a:pt x="350393" y="1935734"/>
                        <a:pt x="335153" y="1935734"/>
                      </a:cubicBezTo>
                      <a:cubicBezTo>
                        <a:pt x="327533" y="1935734"/>
                        <a:pt x="327533" y="1935734"/>
                        <a:pt x="319913" y="1928114"/>
                      </a:cubicBezTo>
                      <a:close/>
                      <a:moveTo>
                        <a:pt x="6116193" y="1905254"/>
                      </a:moveTo>
                      <a:cubicBezTo>
                        <a:pt x="6108573" y="1890014"/>
                        <a:pt x="6116193" y="1867154"/>
                        <a:pt x="6131433" y="1851914"/>
                      </a:cubicBezTo>
                      <a:cubicBezTo>
                        <a:pt x="6154293" y="1844294"/>
                        <a:pt x="6177153" y="1851914"/>
                        <a:pt x="6184773" y="1874774"/>
                      </a:cubicBezTo>
                      <a:cubicBezTo>
                        <a:pt x="6192393" y="1890014"/>
                        <a:pt x="6184773" y="1912874"/>
                        <a:pt x="6169533" y="1928114"/>
                      </a:cubicBezTo>
                      <a:cubicBezTo>
                        <a:pt x="6161913" y="1928114"/>
                        <a:pt x="6154293" y="1928114"/>
                        <a:pt x="6146673" y="1928114"/>
                      </a:cubicBezTo>
                      <a:cubicBezTo>
                        <a:pt x="6139053" y="1928114"/>
                        <a:pt x="6123813" y="1920494"/>
                        <a:pt x="6116193" y="1905254"/>
                      </a:cubicBezTo>
                      <a:close/>
                      <a:moveTo>
                        <a:pt x="411353" y="1737614"/>
                      </a:moveTo>
                      <a:cubicBezTo>
                        <a:pt x="396113" y="1729994"/>
                        <a:pt x="388493" y="1707134"/>
                        <a:pt x="396113" y="1684274"/>
                      </a:cubicBezTo>
                      <a:cubicBezTo>
                        <a:pt x="411353" y="1669034"/>
                        <a:pt x="434213" y="1661414"/>
                        <a:pt x="449453" y="1669034"/>
                      </a:cubicBezTo>
                      <a:cubicBezTo>
                        <a:pt x="464693" y="1684274"/>
                        <a:pt x="472313" y="1707134"/>
                        <a:pt x="464693" y="1722374"/>
                      </a:cubicBezTo>
                      <a:cubicBezTo>
                        <a:pt x="457073" y="1737614"/>
                        <a:pt x="441833" y="1745234"/>
                        <a:pt x="434213" y="1745234"/>
                      </a:cubicBezTo>
                      <a:cubicBezTo>
                        <a:pt x="426593" y="1745234"/>
                        <a:pt x="418973" y="1737614"/>
                        <a:pt x="411353" y="1737614"/>
                      </a:cubicBezTo>
                      <a:close/>
                      <a:moveTo>
                        <a:pt x="6017133" y="1714754"/>
                      </a:moveTo>
                      <a:cubicBezTo>
                        <a:pt x="6009513" y="1699514"/>
                        <a:pt x="6017133" y="1676654"/>
                        <a:pt x="6032373" y="1669034"/>
                      </a:cubicBezTo>
                      <a:cubicBezTo>
                        <a:pt x="6055233" y="1653794"/>
                        <a:pt x="6078093" y="1661414"/>
                        <a:pt x="6085713" y="1684274"/>
                      </a:cubicBezTo>
                      <a:cubicBezTo>
                        <a:pt x="6093333" y="1699514"/>
                        <a:pt x="6093333" y="1722374"/>
                        <a:pt x="6070473" y="1729994"/>
                      </a:cubicBezTo>
                      <a:cubicBezTo>
                        <a:pt x="6062853" y="1737614"/>
                        <a:pt x="6062853" y="1737614"/>
                        <a:pt x="6055233" y="1737614"/>
                      </a:cubicBezTo>
                      <a:cubicBezTo>
                        <a:pt x="6039993" y="1737614"/>
                        <a:pt x="6024753" y="1729994"/>
                        <a:pt x="6017133" y="1714754"/>
                      </a:cubicBezTo>
                      <a:close/>
                      <a:moveTo>
                        <a:pt x="517906" y="1554607"/>
                      </a:moveTo>
                      <a:cubicBezTo>
                        <a:pt x="502666" y="1539367"/>
                        <a:pt x="495046" y="1516507"/>
                        <a:pt x="510286" y="1501267"/>
                      </a:cubicBezTo>
                      <a:cubicBezTo>
                        <a:pt x="517906" y="1478407"/>
                        <a:pt x="540766" y="1478407"/>
                        <a:pt x="563626" y="1486027"/>
                      </a:cubicBezTo>
                      <a:cubicBezTo>
                        <a:pt x="578866" y="1501267"/>
                        <a:pt x="586486" y="1524127"/>
                        <a:pt x="571246" y="1539367"/>
                      </a:cubicBezTo>
                      <a:cubicBezTo>
                        <a:pt x="563626" y="1554607"/>
                        <a:pt x="556006" y="1554607"/>
                        <a:pt x="540766" y="1554607"/>
                      </a:cubicBezTo>
                      <a:cubicBezTo>
                        <a:pt x="533146" y="1554607"/>
                        <a:pt x="525526" y="1554607"/>
                        <a:pt x="517906" y="1554607"/>
                      </a:cubicBezTo>
                      <a:close/>
                      <a:moveTo>
                        <a:pt x="5910453" y="1539367"/>
                      </a:moveTo>
                      <a:cubicBezTo>
                        <a:pt x="5902833" y="1516507"/>
                        <a:pt x="5902833" y="1493647"/>
                        <a:pt x="5925693" y="1486027"/>
                      </a:cubicBezTo>
                      <a:cubicBezTo>
                        <a:pt x="5940933" y="1470787"/>
                        <a:pt x="5963793" y="1478407"/>
                        <a:pt x="5979033" y="1493647"/>
                      </a:cubicBezTo>
                      <a:cubicBezTo>
                        <a:pt x="5986653" y="1508887"/>
                        <a:pt x="5979033" y="1539367"/>
                        <a:pt x="5963793" y="1546987"/>
                      </a:cubicBezTo>
                      <a:cubicBezTo>
                        <a:pt x="5956173" y="1554607"/>
                        <a:pt x="5948553" y="1554607"/>
                        <a:pt x="5940933" y="1554607"/>
                      </a:cubicBezTo>
                      <a:cubicBezTo>
                        <a:pt x="5933313" y="1554607"/>
                        <a:pt x="5918073" y="1546987"/>
                        <a:pt x="5910453" y="1539367"/>
                      </a:cubicBezTo>
                      <a:close/>
                      <a:moveTo>
                        <a:pt x="639826" y="1371727"/>
                      </a:moveTo>
                      <a:cubicBezTo>
                        <a:pt x="624586" y="1364107"/>
                        <a:pt x="616966" y="1341247"/>
                        <a:pt x="632206" y="1318387"/>
                      </a:cubicBezTo>
                      <a:cubicBezTo>
                        <a:pt x="647446" y="1303147"/>
                        <a:pt x="670306" y="1303147"/>
                        <a:pt x="685546" y="1310767"/>
                      </a:cubicBezTo>
                      <a:cubicBezTo>
                        <a:pt x="700786" y="1326007"/>
                        <a:pt x="708406" y="1348867"/>
                        <a:pt x="693166" y="1364107"/>
                      </a:cubicBezTo>
                      <a:cubicBezTo>
                        <a:pt x="685546" y="1379347"/>
                        <a:pt x="677926" y="1379347"/>
                        <a:pt x="662686" y="1379347"/>
                      </a:cubicBezTo>
                      <a:cubicBezTo>
                        <a:pt x="655066" y="1379347"/>
                        <a:pt x="647446" y="1379347"/>
                        <a:pt x="639826" y="1371727"/>
                      </a:cubicBezTo>
                      <a:close/>
                      <a:moveTo>
                        <a:pt x="5788660" y="1364107"/>
                      </a:moveTo>
                      <a:cubicBezTo>
                        <a:pt x="5781040" y="1341247"/>
                        <a:pt x="5781040" y="1318387"/>
                        <a:pt x="5796280" y="1310767"/>
                      </a:cubicBezTo>
                      <a:cubicBezTo>
                        <a:pt x="5819140" y="1295527"/>
                        <a:pt x="5842000" y="1303147"/>
                        <a:pt x="5849620" y="1318387"/>
                      </a:cubicBezTo>
                      <a:cubicBezTo>
                        <a:pt x="5864860" y="1333627"/>
                        <a:pt x="5864860" y="1356487"/>
                        <a:pt x="5842000" y="1371727"/>
                      </a:cubicBezTo>
                      <a:cubicBezTo>
                        <a:pt x="5834380" y="1371727"/>
                        <a:pt x="5826760" y="1379347"/>
                        <a:pt x="5819140" y="1379347"/>
                      </a:cubicBezTo>
                      <a:cubicBezTo>
                        <a:pt x="5811520" y="1379347"/>
                        <a:pt x="5796280" y="1371727"/>
                        <a:pt x="5788660" y="1364107"/>
                      </a:cubicBezTo>
                      <a:close/>
                      <a:moveTo>
                        <a:pt x="769239" y="1204087"/>
                      </a:moveTo>
                      <a:cubicBezTo>
                        <a:pt x="753999" y="1188847"/>
                        <a:pt x="753999" y="1165987"/>
                        <a:pt x="769239" y="1150747"/>
                      </a:cubicBezTo>
                      <a:cubicBezTo>
                        <a:pt x="776859" y="1135507"/>
                        <a:pt x="807339" y="1135507"/>
                        <a:pt x="822579" y="1143127"/>
                      </a:cubicBezTo>
                      <a:cubicBezTo>
                        <a:pt x="837819" y="1158367"/>
                        <a:pt x="837819" y="1181227"/>
                        <a:pt x="822579" y="1196467"/>
                      </a:cubicBezTo>
                      <a:cubicBezTo>
                        <a:pt x="814959" y="1211707"/>
                        <a:pt x="807339" y="1211707"/>
                        <a:pt x="792099" y="1211707"/>
                      </a:cubicBezTo>
                      <a:cubicBezTo>
                        <a:pt x="784479" y="1211707"/>
                        <a:pt x="776859" y="1211707"/>
                        <a:pt x="769239" y="1204087"/>
                      </a:cubicBezTo>
                      <a:close/>
                      <a:moveTo>
                        <a:pt x="5659120" y="1196467"/>
                      </a:moveTo>
                      <a:cubicBezTo>
                        <a:pt x="5643880" y="1181227"/>
                        <a:pt x="5651500" y="1158367"/>
                        <a:pt x="5666740" y="1143127"/>
                      </a:cubicBezTo>
                      <a:cubicBezTo>
                        <a:pt x="5681980" y="1127887"/>
                        <a:pt x="5704840" y="1127887"/>
                        <a:pt x="5720080" y="1143127"/>
                      </a:cubicBezTo>
                      <a:cubicBezTo>
                        <a:pt x="5727700" y="1165987"/>
                        <a:pt x="5727700" y="1188847"/>
                        <a:pt x="5712460" y="1196467"/>
                      </a:cubicBezTo>
                      <a:cubicBezTo>
                        <a:pt x="5704840" y="1204087"/>
                        <a:pt x="5697220" y="1211707"/>
                        <a:pt x="5689600" y="1211707"/>
                      </a:cubicBezTo>
                      <a:cubicBezTo>
                        <a:pt x="5674360" y="1211707"/>
                        <a:pt x="5666740" y="1204087"/>
                        <a:pt x="5659120" y="1196467"/>
                      </a:cubicBezTo>
                      <a:close/>
                      <a:moveTo>
                        <a:pt x="914019" y="1044067"/>
                      </a:moveTo>
                      <a:cubicBezTo>
                        <a:pt x="898779" y="1028827"/>
                        <a:pt x="898779" y="1005967"/>
                        <a:pt x="914019" y="990727"/>
                      </a:cubicBezTo>
                      <a:cubicBezTo>
                        <a:pt x="929259" y="975487"/>
                        <a:pt x="952119" y="975487"/>
                        <a:pt x="967359" y="990727"/>
                      </a:cubicBezTo>
                      <a:cubicBezTo>
                        <a:pt x="982599" y="1005967"/>
                        <a:pt x="982599" y="1028827"/>
                        <a:pt x="967359" y="1044067"/>
                      </a:cubicBezTo>
                      <a:cubicBezTo>
                        <a:pt x="959739" y="1051687"/>
                        <a:pt x="952119" y="1051687"/>
                        <a:pt x="936879" y="1051687"/>
                      </a:cubicBezTo>
                      <a:cubicBezTo>
                        <a:pt x="929259" y="1051687"/>
                        <a:pt x="921639" y="1051687"/>
                        <a:pt x="914019" y="1044067"/>
                      </a:cubicBezTo>
                      <a:close/>
                      <a:moveTo>
                        <a:pt x="5514467" y="1036447"/>
                      </a:moveTo>
                      <a:cubicBezTo>
                        <a:pt x="5499227" y="1021207"/>
                        <a:pt x="5506847" y="998347"/>
                        <a:pt x="5514467" y="983107"/>
                      </a:cubicBezTo>
                      <a:cubicBezTo>
                        <a:pt x="5529707" y="967867"/>
                        <a:pt x="5560187" y="967867"/>
                        <a:pt x="5575427" y="983107"/>
                      </a:cubicBezTo>
                      <a:cubicBezTo>
                        <a:pt x="5583047" y="998347"/>
                        <a:pt x="5583047" y="1028827"/>
                        <a:pt x="5567807" y="1036447"/>
                      </a:cubicBezTo>
                      <a:cubicBezTo>
                        <a:pt x="5560187" y="1044067"/>
                        <a:pt x="5552567" y="1051687"/>
                        <a:pt x="5544947" y="1051687"/>
                      </a:cubicBezTo>
                      <a:cubicBezTo>
                        <a:pt x="5537327" y="1051687"/>
                        <a:pt x="5522087" y="1044067"/>
                        <a:pt x="5514467" y="1036447"/>
                      </a:cubicBezTo>
                      <a:close/>
                      <a:moveTo>
                        <a:pt x="1066292" y="891667"/>
                      </a:moveTo>
                      <a:cubicBezTo>
                        <a:pt x="1051052" y="876427"/>
                        <a:pt x="1051052" y="853567"/>
                        <a:pt x="1066292" y="838327"/>
                      </a:cubicBezTo>
                      <a:cubicBezTo>
                        <a:pt x="1081532" y="823087"/>
                        <a:pt x="1104392" y="823087"/>
                        <a:pt x="1119632" y="838327"/>
                      </a:cubicBezTo>
                      <a:cubicBezTo>
                        <a:pt x="1134872" y="853567"/>
                        <a:pt x="1134872" y="884047"/>
                        <a:pt x="1119632" y="899287"/>
                      </a:cubicBezTo>
                      <a:cubicBezTo>
                        <a:pt x="1112012" y="899287"/>
                        <a:pt x="1104392" y="906907"/>
                        <a:pt x="1089152" y="906907"/>
                      </a:cubicBezTo>
                      <a:cubicBezTo>
                        <a:pt x="1081532" y="906907"/>
                        <a:pt x="1073912" y="899287"/>
                        <a:pt x="1066292" y="891667"/>
                      </a:cubicBezTo>
                      <a:close/>
                      <a:moveTo>
                        <a:pt x="5362067" y="891667"/>
                      </a:moveTo>
                      <a:cubicBezTo>
                        <a:pt x="5346827" y="876427"/>
                        <a:pt x="5346827" y="853567"/>
                        <a:pt x="5362067" y="838327"/>
                      </a:cubicBezTo>
                      <a:cubicBezTo>
                        <a:pt x="5377307" y="823087"/>
                        <a:pt x="5400167" y="823087"/>
                        <a:pt x="5415407" y="838327"/>
                      </a:cubicBezTo>
                      <a:cubicBezTo>
                        <a:pt x="5430647" y="845947"/>
                        <a:pt x="5430647" y="876427"/>
                        <a:pt x="5415407" y="891667"/>
                      </a:cubicBezTo>
                      <a:cubicBezTo>
                        <a:pt x="5407787" y="899287"/>
                        <a:pt x="5400167" y="899287"/>
                        <a:pt x="5392547" y="899287"/>
                      </a:cubicBezTo>
                      <a:cubicBezTo>
                        <a:pt x="5384927" y="899287"/>
                        <a:pt x="5369687" y="899287"/>
                        <a:pt x="5362067" y="891667"/>
                      </a:cubicBezTo>
                      <a:close/>
                      <a:moveTo>
                        <a:pt x="1226312" y="754507"/>
                      </a:moveTo>
                      <a:cubicBezTo>
                        <a:pt x="1211072" y="739267"/>
                        <a:pt x="1218692" y="708787"/>
                        <a:pt x="1233932" y="701167"/>
                      </a:cubicBezTo>
                      <a:cubicBezTo>
                        <a:pt x="1249172" y="685927"/>
                        <a:pt x="1272032" y="685927"/>
                        <a:pt x="1287272" y="708787"/>
                      </a:cubicBezTo>
                      <a:cubicBezTo>
                        <a:pt x="1302512" y="724027"/>
                        <a:pt x="1294892" y="746887"/>
                        <a:pt x="1279652" y="762127"/>
                      </a:cubicBezTo>
                      <a:cubicBezTo>
                        <a:pt x="1272032" y="762127"/>
                        <a:pt x="1264412" y="769747"/>
                        <a:pt x="1256792" y="769747"/>
                      </a:cubicBezTo>
                      <a:cubicBezTo>
                        <a:pt x="1241552" y="769747"/>
                        <a:pt x="1233932" y="762127"/>
                        <a:pt x="1226312" y="754507"/>
                      </a:cubicBezTo>
                      <a:close/>
                      <a:moveTo>
                        <a:pt x="5202174" y="754507"/>
                      </a:moveTo>
                      <a:cubicBezTo>
                        <a:pt x="5186934" y="739267"/>
                        <a:pt x="5186934" y="716407"/>
                        <a:pt x="5194554" y="701167"/>
                      </a:cubicBezTo>
                      <a:cubicBezTo>
                        <a:pt x="5209794" y="685927"/>
                        <a:pt x="5232654" y="685927"/>
                        <a:pt x="5247894" y="693547"/>
                      </a:cubicBezTo>
                      <a:cubicBezTo>
                        <a:pt x="5270754" y="708787"/>
                        <a:pt x="5270754" y="731647"/>
                        <a:pt x="5255514" y="746887"/>
                      </a:cubicBezTo>
                      <a:cubicBezTo>
                        <a:pt x="5247894" y="762127"/>
                        <a:pt x="5240274" y="762127"/>
                        <a:pt x="5225034" y="762127"/>
                      </a:cubicBezTo>
                      <a:cubicBezTo>
                        <a:pt x="5217414" y="762127"/>
                        <a:pt x="5209794" y="762127"/>
                        <a:pt x="5202174" y="754507"/>
                      </a:cubicBezTo>
                      <a:close/>
                      <a:moveTo>
                        <a:pt x="1393825" y="624967"/>
                      </a:moveTo>
                      <a:cubicBezTo>
                        <a:pt x="1386205" y="602107"/>
                        <a:pt x="1386205" y="579247"/>
                        <a:pt x="1409065" y="571627"/>
                      </a:cubicBezTo>
                      <a:cubicBezTo>
                        <a:pt x="1424305" y="556387"/>
                        <a:pt x="1447165" y="564007"/>
                        <a:pt x="1462405" y="579247"/>
                      </a:cubicBezTo>
                      <a:cubicBezTo>
                        <a:pt x="1470025" y="594487"/>
                        <a:pt x="1470025" y="617347"/>
                        <a:pt x="1447165" y="632587"/>
                      </a:cubicBezTo>
                      <a:cubicBezTo>
                        <a:pt x="1439545" y="640207"/>
                        <a:pt x="1439545" y="640207"/>
                        <a:pt x="1431925" y="640207"/>
                      </a:cubicBezTo>
                      <a:cubicBezTo>
                        <a:pt x="1416685" y="640207"/>
                        <a:pt x="1401445" y="632587"/>
                        <a:pt x="1393825" y="624967"/>
                      </a:cubicBezTo>
                      <a:close/>
                      <a:moveTo>
                        <a:pt x="5034534" y="632587"/>
                      </a:moveTo>
                      <a:cubicBezTo>
                        <a:pt x="5011674" y="617347"/>
                        <a:pt x="5011674" y="594487"/>
                        <a:pt x="5019294" y="579247"/>
                      </a:cubicBezTo>
                      <a:cubicBezTo>
                        <a:pt x="5034534" y="556387"/>
                        <a:pt x="5057394" y="556387"/>
                        <a:pt x="5072634" y="564007"/>
                      </a:cubicBezTo>
                      <a:cubicBezTo>
                        <a:pt x="5095494" y="579247"/>
                        <a:pt x="5095494" y="602107"/>
                        <a:pt x="5087874" y="617347"/>
                      </a:cubicBezTo>
                      <a:cubicBezTo>
                        <a:pt x="5080254" y="632587"/>
                        <a:pt x="5065014" y="632587"/>
                        <a:pt x="5057394" y="632587"/>
                      </a:cubicBezTo>
                      <a:cubicBezTo>
                        <a:pt x="5049774" y="632587"/>
                        <a:pt x="5042154" y="632587"/>
                        <a:pt x="5034534" y="632587"/>
                      </a:cubicBezTo>
                      <a:close/>
                      <a:moveTo>
                        <a:pt x="1576578" y="502920"/>
                      </a:moveTo>
                      <a:cubicBezTo>
                        <a:pt x="1561338" y="487680"/>
                        <a:pt x="1568958" y="464820"/>
                        <a:pt x="1591818" y="449580"/>
                      </a:cubicBezTo>
                      <a:cubicBezTo>
                        <a:pt x="1607058" y="441960"/>
                        <a:pt x="1629918" y="449580"/>
                        <a:pt x="1637538" y="464820"/>
                      </a:cubicBezTo>
                      <a:cubicBezTo>
                        <a:pt x="1652778" y="487680"/>
                        <a:pt x="1645158" y="510540"/>
                        <a:pt x="1629918" y="518160"/>
                      </a:cubicBezTo>
                      <a:cubicBezTo>
                        <a:pt x="1622298" y="525780"/>
                        <a:pt x="1614678" y="525780"/>
                        <a:pt x="1607058" y="525780"/>
                      </a:cubicBezTo>
                      <a:cubicBezTo>
                        <a:pt x="1591818" y="525780"/>
                        <a:pt x="1584198" y="518160"/>
                        <a:pt x="1576578" y="502920"/>
                      </a:cubicBezTo>
                      <a:close/>
                      <a:moveTo>
                        <a:pt x="4851781" y="518160"/>
                      </a:moveTo>
                      <a:cubicBezTo>
                        <a:pt x="4836541" y="502920"/>
                        <a:pt x="4828921" y="480060"/>
                        <a:pt x="4844161" y="464820"/>
                      </a:cubicBezTo>
                      <a:cubicBezTo>
                        <a:pt x="4851781" y="441960"/>
                        <a:pt x="4874641" y="441960"/>
                        <a:pt x="4889881" y="449580"/>
                      </a:cubicBezTo>
                      <a:cubicBezTo>
                        <a:pt x="4912741" y="457200"/>
                        <a:pt x="4920361" y="487680"/>
                        <a:pt x="4905121" y="502920"/>
                      </a:cubicBezTo>
                      <a:cubicBezTo>
                        <a:pt x="4897501" y="510540"/>
                        <a:pt x="4889881" y="518160"/>
                        <a:pt x="4874641" y="518160"/>
                      </a:cubicBezTo>
                      <a:cubicBezTo>
                        <a:pt x="4867021" y="518160"/>
                        <a:pt x="4859401" y="518160"/>
                        <a:pt x="4851781" y="518160"/>
                      </a:cubicBezTo>
                      <a:close/>
                      <a:moveTo>
                        <a:pt x="1759458" y="396240"/>
                      </a:moveTo>
                      <a:cubicBezTo>
                        <a:pt x="1751838" y="381000"/>
                        <a:pt x="1759458" y="358140"/>
                        <a:pt x="1782318" y="350520"/>
                      </a:cubicBezTo>
                      <a:cubicBezTo>
                        <a:pt x="1797558" y="335280"/>
                        <a:pt x="1820418" y="342900"/>
                        <a:pt x="1828038" y="365760"/>
                      </a:cubicBezTo>
                      <a:cubicBezTo>
                        <a:pt x="1835658" y="381000"/>
                        <a:pt x="1835658" y="403860"/>
                        <a:pt x="1812798" y="419100"/>
                      </a:cubicBezTo>
                      <a:cubicBezTo>
                        <a:pt x="1805178" y="419100"/>
                        <a:pt x="1805178" y="419100"/>
                        <a:pt x="1797558" y="419100"/>
                      </a:cubicBezTo>
                      <a:cubicBezTo>
                        <a:pt x="1782318" y="419100"/>
                        <a:pt x="1767078" y="411480"/>
                        <a:pt x="1759458" y="396240"/>
                      </a:cubicBezTo>
                      <a:close/>
                      <a:moveTo>
                        <a:pt x="4669028" y="411480"/>
                      </a:moveTo>
                      <a:cubicBezTo>
                        <a:pt x="4646168" y="403860"/>
                        <a:pt x="4646168" y="381000"/>
                        <a:pt x="4653788" y="365760"/>
                      </a:cubicBezTo>
                      <a:cubicBezTo>
                        <a:pt x="4661408" y="342900"/>
                        <a:pt x="4684268" y="335280"/>
                        <a:pt x="4699508" y="342900"/>
                      </a:cubicBezTo>
                      <a:cubicBezTo>
                        <a:pt x="4722368" y="358140"/>
                        <a:pt x="4729988" y="381000"/>
                        <a:pt x="4722368" y="396240"/>
                      </a:cubicBezTo>
                      <a:cubicBezTo>
                        <a:pt x="4714748" y="411480"/>
                        <a:pt x="4699508" y="419100"/>
                        <a:pt x="4684268" y="419100"/>
                      </a:cubicBezTo>
                      <a:cubicBezTo>
                        <a:pt x="4676648" y="419100"/>
                        <a:pt x="4676648" y="419100"/>
                        <a:pt x="4669028" y="411480"/>
                      </a:cubicBezTo>
                      <a:close/>
                      <a:moveTo>
                        <a:pt x="1957451" y="304800"/>
                      </a:moveTo>
                      <a:cubicBezTo>
                        <a:pt x="1949831" y="289560"/>
                        <a:pt x="1957451" y="266700"/>
                        <a:pt x="1972691" y="259080"/>
                      </a:cubicBezTo>
                      <a:cubicBezTo>
                        <a:pt x="1995551" y="251460"/>
                        <a:pt x="2018411" y="259080"/>
                        <a:pt x="2026031" y="274320"/>
                      </a:cubicBezTo>
                      <a:cubicBezTo>
                        <a:pt x="2033651" y="297180"/>
                        <a:pt x="2026031" y="320040"/>
                        <a:pt x="2003171" y="327660"/>
                      </a:cubicBezTo>
                      <a:cubicBezTo>
                        <a:pt x="2003171" y="327660"/>
                        <a:pt x="1995551" y="327660"/>
                        <a:pt x="1987931" y="327660"/>
                      </a:cubicBezTo>
                      <a:cubicBezTo>
                        <a:pt x="1972691" y="327660"/>
                        <a:pt x="1957451" y="320040"/>
                        <a:pt x="1957451" y="304800"/>
                      </a:cubicBezTo>
                      <a:close/>
                      <a:moveTo>
                        <a:pt x="4478528" y="327660"/>
                      </a:moveTo>
                      <a:cubicBezTo>
                        <a:pt x="4455668" y="312420"/>
                        <a:pt x="4448048" y="297180"/>
                        <a:pt x="4455668" y="274320"/>
                      </a:cubicBezTo>
                      <a:cubicBezTo>
                        <a:pt x="4463288" y="251460"/>
                        <a:pt x="4486148" y="243840"/>
                        <a:pt x="4509008" y="251460"/>
                      </a:cubicBezTo>
                      <a:cubicBezTo>
                        <a:pt x="4524248" y="259080"/>
                        <a:pt x="4531868" y="281940"/>
                        <a:pt x="4524248" y="304800"/>
                      </a:cubicBezTo>
                      <a:cubicBezTo>
                        <a:pt x="4516628" y="320040"/>
                        <a:pt x="4509008" y="327660"/>
                        <a:pt x="4493768" y="327660"/>
                      </a:cubicBezTo>
                      <a:cubicBezTo>
                        <a:pt x="4486148" y="327660"/>
                        <a:pt x="4478528" y="327660"/>
                        <a:pt x="4478528" y="327660"/>
                      </a:cubicBezTo>
                      <a:close/>
                      <a:moveTo>
                        <a:pt x="2155444" y="228600"/>
                      </a:moveTo>
                      <a:cubicBezTo>
                        <a:pt x="2147824" y="205740"/>
                        <a:pt x="2155444" y="182880"/>
                        <a:pt x="2178304" y="175260"/>
                      </a:cubicBezTo>
                      <a:cubicBezTo>
                        <a:pt x="2193544" y="175260"/>
                        <a:pt x="2216404" y="182880"/>
                        <a:pt x="2224024" y="205740"/>
                      </a:cubicBezTo>
                      <a:cubicBezTo>
                        <a:pt x="2231644" y="220980"/>
                        <a:pt x="2224024" y="243840"/>
                        <a:pt x="2201164" y="251460"/>
                      </a:cubicBezTo>
                      <a:cubicBezTo>
                        <a:pt x="2201164" y="251460"/>
                        <a:pt x="2193544" y="251460"/>
                        <a:pt x="2185924" y="251460"/>
                      </a:cubicBezTo>
                      <a:cubicBezTo>
                        <a:pt x="2170684" y="251460"/>
                        <a:pt x="2155444" y="243840"/>
                        <a:pt x="2155444" y="228600"/>
                      </a:cubicBezTo>
                      <a:close/>
                      <a:moveTo>
                        <a:pt x="4280535" y="251460"/>
                      </a:moveTo>
                      <a:cubicBezTo>
                        <a:pt x="4257675" y="243840"/>
                        <a:pt x="4250055" y="220980"/>
                        <a:pt x="4257675" y="198120"/>
                      </a:cubicBezTo>
                      <a:cubicBezTo>
                        <a:pt x="4265295" y="182880"/>
                        <a:pt x="4280535" y="167640"/>
                        <a:pt x="4303395" y="175260"/>
                      </a:cubicBezTo>
                      <a:cubicBezTo>
                        <a:pt x="4326255" y="182880"/>
                        <a:pt x="4333875" y="205740"/>
                        <a:pt x="4326255" y="220980"/>
                      </a:cubicBezTo>
                      <a:cubicBezTo>
                        <a:pt x="4318635" y="243840"/>
                        <a:pt x="4303395" y="251460"/>
                        <a:pt x="4288155" y="251460"/>
                      </a:cubicBezTo>
                      <a:cubicBezTo>
                        <a:pt x="4288155" y="251460"/>
                        <a:pt x="4280535" y="251460"/>
                        <a:pt x="4280535" y="251460"/>
                      </a:cubicBezTo>
                      <a:close/>
                      <a:moveTo>
                        <a:pt x="2353564" y="160020"/>
                      </a:moveTo>
                      <a:cubicBezTo>
                        <a:pt x="2353564" y="137160"/>
                        <a:pt x="2361184" y="121920"/>
                        <a:pt x="2384044" y="114300"/>
                      </a:cubicBezTo>
                      <a:cubicBezTo>
                        <a:pt x="2406904" y="106680"/>
                        <a:pt x="2422144" y="121920"/>
                        <a:pt x="2429764" y="137160"/>
                      </a:cubicBezTo>
                      <a:cubicBezTo>
                        <a:pt x="2437384" y="160020"/>
                        <a:pt x="2422144" y="182880"/>
                        <a:pt x="2406904" y="190500"/>
                      </a:cubicBezTo>
                      <a:cubicBezTo>
                        <a:pt x="2399284" y="190500"/>
                        <a:pt x="2399284" y="190500"/>
                        <a:pt x="2391664" y="190500"/>
                      </a:cubicBezTo>
                      <a:cubicBezTo>
                        <a:pt x="2376424" y="190500"/>
                        <a:pt x="2361184" y="175260"/>
                        <a:pt x="2353564" y="160020"/>
                      </a:cubicBezTo>
                      <a:close/>
                      <a:moveTo>
                        <a:pt x="4074922" y="182880"/>
                      </a:moveTo>
                      <a:cubicBezTo>
                        <a:pt x="4059682" y="182880"/>
                        <a:pt x="4044442" y="160020"/>
                        <a:pt x="4052062" y="137160"/>
                      </a:cubicBezTo>
                      <a:cubicBezTo>
                        <a:pt x="4052062" y="121920"/>
                        <a:pt x="4074922" y="106680"/>
                        <a:pt x="4097782" y="114300"/>
                      </a:cubicBezTo>
                      <a:cubicBezTo>
                        <a:pt x="4120642" y="114300"/>
                        <a:pt x="4128262" y="137160"/>
                        <a:pt x="4120642" y="160020"/>
                      </a:cubicBezTo>
                      <a:cubicBezTo>
                        <a:pt x="4120642" y="175260"/>
                        <a:pt x="4105402" y="190500"/>
                        <a:pt x="4090162" y="190500"/>
                      </a:cubicBezTo>
                      <a:cubicBezTo>
                        <a:pt x="4082542" y="190500"/>
                        <a:pt x="4082542" y="182880"/>
                        <a:pt x="4074922" y="182880"/>
                      </a:cubicBezTo>
                      <a:close/>
                      <a:moveTo>
                        <a:pt x="2566797" y="106680"/>
                      </a:moveTo>
                      <a:cubicBezTo>
                        <a:pt x="2559177" y="91440"/>
                        <a:pt x="2574417" y="68580"/>
                        <a:pt x="2597277" y="60960"/>
                      </a:cubicBezTo>
                      <a:cubicBezTo>
                        <a:pt x="2612517" y="60960"/>
                        <a:pt x="2635377" y="76200"/>
                        <a:pt x="2635377" y="91440"/>
                      </a:cubicBezTo>
                      <a:cubicBezTo>
                        <a:pt x="2642997" y="114300"/>
                        <a:pt x="2627757" y="137160"/>
                        <a:pt x="2612517" y="137160"/>
                      </a:cubicBezTo>
                      <a:cubicBezTo>
                        <a:pt x="2604897" y="137160"/>
                        <a:pt x="2604897" y="137160"/>
                        <a:pt x="2604897" y="137160"/>
                      </a:cubicBezTo>
                      <a:cubicBezTo>
                        <a:pt x="2582037" y="137160"/>
                        <a:pt x="2566797" y="129540"/>
                        <a:pt x="2566797" y="106680"/>
                      </a:cubicBezTo>
                      <a:close/>
                      <a:moveTo>
                        <a:pt x="3869182" y="137160"/>
                      </a:moveTo>
                      <a:cubicBezTo>
                        <a:pt x="3846322" y="129540"/>
                        <a:pt x="3838702" y="114300"/>
                        <a:pt x="3838702" y="91440"/>
                      </a:cubicBezTo>
                      <a:cubicBezTo>
                        <a:pt x="3846322" y="68580"/>
                        <a:pt x="3861562" y="60960"/>
                        <a:pt x="3884422" y="60960"/>
                      </a:cubicBezTo>
                      <a:cubicBezTo>
                        <a:pt x="3907282" y="68580"/>
                        <a:pt x="3922522" y="83820"/>
                        <a:pt x="3914902" y="106680"/>
                      </a:cubicBezTo>
                      <a:cubicBezTo>
                        <a:pt x="3914902" y="121920"/>
                        <a:pt x="3899662" y="137160"/>
                        <a:pt x="3876802" y="137160"/>
                      </a:cubicBezTo>
                      <a:cubicBezTo>
                        <a:pt x="3876802" y="137160"/>
                        <a:pt x="3876802" y="137160"/>
                        <a:pt x="3869182" y="137160"/>
                      </a:cubicBezTo>
                      <a:close/>
                      <a:moveTo>
                        <a:pt x="2772410" y="68580"/>
                      </a:moveTo>
                      <a:cubicBezTo>
                        <a:pt x="2772410" y="45720"/>
                        <a:pt x="2787650" y="30480"/>
                        <a:pt x="2810510" y="30480"/>
                      </a:cubicBezTo>
                      <a:cubicBezTo>
                        <a:pt x="2825750" y="22860"/>
                        <a:pt x="2848610" y="38100"/>
                        <a:pt x="2848610" y="60960"/>
                      </a:cubicBezTo>
                      <a:cubicBezTo>
                        <a:pt x="2856230" y="83820"/>
                        <a:pt x="2840990" y="99060"/>
                        <a:pt x="2818130" y="106680"/>
                      </a:cubicBezTo>
                      <a:cubicBezTo>
                        <a:pt x="2818130" y="106680"/>
                        <a:pt x="2818130" y="106680"/>
                        <a:pt x="2810510" y="106680"/>
                      </a:cubicBezTo>
                      <a:cubicBezTo>
                        <a:pt x="2795270" y="106680"/>
                        <a:pt x="2780030" y="91440"/>
                        <a:pt x="2772410" y="68580"/>
                      </a:cubicBezTo>
                      <a:close/>
                      <a:moveTo>
                        <a:pt x="3663569" y="99060"/>
                      </a:moveTo>
                      <a:cubicBezTo>
                        <a:pt x="3640709" y="99060"/>
                        <a:pt x="3625469" y="83820"/>
                        <a:pt x="3633089" y="60960"/>
                      </a:cubicBezTo>
                      <a:cubicBezTo>
                        <a:pt x="3633089" y="38100"/>
                        <a:pt x="3648329" y="22860"/>
                        <a:pt x="3671189" y="22860"/>
                      </a:cubicBezTo>
                      <a:cubicBezTo>
                        <a:pt x="3694049" y="30480"/>
                        <a:pt x="3709289" y="45720"/>
                        <a:pt x="3701669" y="68580"/>
                      </a:cubicBezTo>
                      <a:cubicBezTo>
                        <a:pt x="3701669" y="91440"/>
                        <a:pt x="3686429" y="99060"/>
                        <a:pt x="3663569" y="99060"/>
                      </a:cubicBezTo>
                      <a:close/>
                      <a:moveTo>
                        <a:pt x="2985770" y="45720"/>
                      </a:moveTo>
                      <a:cubicBezTo>
                        <a:pt x="2985770" y="22860"/>
                        <a:pt x="3001010" y="7620"/>
                        <a:pt x="3023870" y="7620"/>
                      </a:cubicBezTo>
                      <a:cubicBezTo>
                        <a:pt x="3046730" y="7620"/>
                        <a:pt x="3061970" y="22860"/>
                        <a:pt x="3061970" y="38100"/>
                      </a:cubicBezTo>
                      <a:cubicBezTo>
                        <a:pt x="3061970" y="60960"/>
                        <a:pt x="3046730" y="83820"/>
                        <a:pt x="3031490" y="83820"/>
                      </a:cubicBezTo>
                      <a:cubicBezTo>
                        <a:pt x="3031490" y="83820"/>
                        <a:pt x="3023870" y="83820"/>
                        <a:pt x="3023870" y="83820"/>
                      </a:cubicBezTo>
                      <a:cubicBezTo>
                        <a:pt x="3008630" y="83820"/>
                        <a:pt x="2985770" y="68580"/>
                        <a:pt x="2985770" y="45720"/>
                      </a:cubicBezTo>
                      <a:close/>
                      <a:moveTo>
                        <a:pt x="3450336" y="83820"/>
                      </a:moveTo>
                      <a:cubicBezTo>
                        <a:pt x="3427476" y="76200"/>
                        <a:pt x="3412236" y="60960"/>
                        <a:pt x="3412236" y="38100"/>
                      </a:cubicBezTo>
                      <a:cubicBezTo>
                        <a:pt x="3419856" y="22860"/>
                        <a:pt x="3435096" y="0"/>
                        <a:pt x="3457956" y="7620"/>
                      </a:cubicBezTo>
                      <a:cubicBezTo>
                        <a:pt x="3480816" y="7620"/>
                        <a:pt x="3496056" y="22860"/>
                        <a:pt x="3488436" y="45720"/>
                      </a:cubicBezTo>
                      <a:cubicBezTo>
                        <a:pt x="3488436" y="68580"/>
                        <a:pt x="3473196" y="83820"/>
                        <a:pt x="3450336" y="83820"/>
                      </a:cubicBezTo>
                      <a:close/>
                      <a:moveTo>
                        <a:pt x="3199003" y="38100"/>
                      </a:moveTo>
                      <a:cubicBezTo>
                        <a:pt x="3199003" y="15240"/>
                        <a:pt x="3221863" y="0"/>
                        <a:pt x="3237103" y="0"/>
                      </a:cubicBezTo>
                      <a:cubicBezTo>
                        <a:pt x="3259963" y="0"/>
                        <a:pt x="3275203" y="15240"/>
                        <a:pt x="3275203" y="38100"/>
                      </a:cubicBezTo>
                      <a:cubicBezTo>
                        <a:pt x="3275203" y="60960"/>
                        <a:pt x="3259963" y="76200"/>
                        <a:pt x="3237103" y="76200"/>
                      </a:cubicBezTo>
                      <a:cubicBezTo>
                        <a:pt x="3221863" y="76200"/>
                        <a:pt x="3199003" y="60960"/>
                        <a:pt x="3199003" y="38100"/>
                      </a:cubicBezTo>
                      <a:close/>
                    </a:path>
                  </a:pathLst>
                </a:custGeom>
                <a:solidFill>
                  <a:srgbClr val="FFFFFF">
                    <a:alpha val="45882"/>
                  </a:srgbClr>
                </a:solidFill>
                <a:scene3d>
                  <a:camera prst="orthographicFront"/>
                  <a:lightRig rig="threePt" dir="t"/>
                </a:scene3d>
                <a:sp3d>
                  <a:bevelT/>
                </a:sp3d>
              </p:spPr>
            </p:sp>
          </p:grpSp>
          <p:sp>
            <p:nvSpPr>
              <p:cNvPr id="19" name="TextBox 7">
                <a:extLst>
                  <a:ext uri="{FF2B5EF4-FFF2-40B4-BE49-F238E27FC236}">
                    <a16:creationId xmlns:a16="http://schemas.microsoft.com/office/drawing/2014/main" id="{60AF0B09-2523-47B0-9F15-BE005E25D2C1}"/>
                  </a:ext>
                </a:extLst>
              </p:cNvPr>
              <p:cNvSpPr txBox="1"/>
              <p:nvPr/>
            </p:nvSpPr>
            <p:spPr>
              <a:xfrm>
                <a:off x="956625" y="2693720"/>
                <a:ext cx="2796353" cy="1617567"/>
              </a:xfrm>
              <a:prstGeom prst="rect">
                <a:avLst/>
              </a:prstGeom>
              <a:scene3d>
                <a:camera prst="orthographicFront"/>
                <a:lightRig rig="threePt" dir="t"/>
              </a:scene3d>
              <a:sp3d>
                <a:bevelT/>
              </a:sp3d>
            </p:spPr>
            <p:txBody>
              <a:bodyPr wrap="square" lIns="0" tIns="0" rIns="0" bIns="0" rtlCol="0" anchor="t">
                <a:spAutoFit/>
              </a:bodyPr>
              <a:lstStyle/>
              <a:p>
                <a:pPr algn="ctr">
                  <a:lnSpc>
                    <a:spcPts val="4540"/>
                  </a:lnSpc>
                  <a:spcBef>
                    <a:spcPct val="0"/>
                  </a:spcBef>
                </a:pPr>
                <a:r>
                  <a:rPr lang="en-US" sz="2800" b="1">
                    <a:solidFill>
                      <a:srgbClr val="000000"/>
                    </a:solidFill>
                    <a:latin typeface="Times New Roman" panose="02020603050405020304" pitchFamily="18" charset="0"/>
                    <a:ea typeface="Montserrat Bold"/>
                    <a:cs typeface="Times New Roman" panose="02020603050405020304" pitchFamily="18" charset="0"/>
                    <a:sym typeface="Montserrat Bold"/>
                  </a:rPr>
                  <a:t>05 </a:t>
                </a:r>
                <a:r>
                  <a:rPr lang="vi-VN" sz="2800" b="1">
                    <a:solidFill>
                      <a:srgbClr val="000000"/>
                    </a:solidFill>
                    <a:latin typeface="Times New Roman" panose="02020603050405020304" pitchFamily="18" charset="0"/>
                    <a:ea typeface="Montserrat Bold"/>
                    <a:cs typeface="Times New Roman" panose="02020603050405020304" pitchFamily="18" charset="0"/>
                    <a:sym typeface="Montserrat Bold"/>
                  </a:rPr>
                  <a:t>ư</a:t>
                </a:r>
                <a:r>
                  <a:rPr lang="en-US" sz="2800" b="1">
                    <a:solidFill>
                      <a:srgbClr val="000000"/>
                    </a:solidFill>
                    <a:latin typeface="Times New Roman" panose="02020603050405020304" pitchFamily="18" charset="0"/>
                    <a:ea typeface="Montserrat Bold"/>
                    <a:cs typeface="Times New Roman" panose="02020603050405020304" pitchFamily="18" charset="0"/>
                    <a:sym typeface="Montserrat Bold"/>
                  </a:rPr>
                  <a:t>u tiên hành động</a:t>
                </a:r>
              </a:p>
            </p:txBody>
          </p:sp>
          <p:sp>
            <p:nvSpPr>
              <p:cNvPr id="27" name="TextBox 30">
                <a:extLst>
                  <a:ext uri="{FF2B5EF4-FFF2-40B4-BE49-F238E27FC236}">
                    <a16:creationId xmlns:a16="http://schemas.microsoft.com/office/drawing/2014/main" id="{352CD2CD-9C5B-40E4-93CC-7B3EC47CB30B}"/>
                  </a:ext>
                </a:extLst>
              </p:cNvPr>
              <p:cNvSpPr txBox="1"/>
              <p:nvPr/>
            </p:nvSpPr>
            <p:spPr>
              <a:xfrm>
                <a:off x="3395214" y="4918508"/>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1" name="TextBox 33">
                <a:extLst>
                  <a:ext uri="{FF2B5EF4-FFF2-40B4-BE49-F238E27FC236}">
                    <a16:creationId xmlns:a16="http://schemas.microsoft.com/office/drawing/2014/main" id="{DD53F2A1-22C4-4287-926C-57AAC8C9C7A3}"/>
                  </a:ext>
                </a:extLst>
              </p:cNvPr>
              <p:cNvSpPr txBox="1"/>
              <p:nvPr/>
            </p:nvSpPr>
            <p:spPr>
              <a:xfrm>
                <a:off x="4031780" y="3924858"/>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2" name="TextBox 36">
                <a:extLst>
                  <a:ext uri="{FF2B5EF4-FFF2-40B4-BE49-F238E27FC236}">
                    <a16:creationId xmlns:a16="http://schemas.microsoft.com/office/drawing/2014/main" id="{47AE25BE-6688-4017-BD8A-4F82869B1FBD}"/>
                  </a:ext>
                </a:extLst>
              </p:cNvPr>
              <p:cNvSpPr txBox="1"/>
              <p:nvPr/>
            </p:nvSpPr>
            <p:spPr>
              <a:xfrm>
                <a:off x="3755146" y="2369786"/>
                <a:ext cx="248016" cy="265902"/>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sp>
            <p:nvSpPr>
              <p:cNvPr id="25" name="TextBox 39">
                <a:extLst>
                  <a:ext uri="{FF2B5EF4-FFF2-40B4-BE49-F238E27FC236}">
                    <a16:creationId xmlns:a16="http://schemas.microsoft.com/office/drawing/2014/main" id="{32F1453B-7457-4887-8324-901DD8DB1381}"/>
                  </a:ext>
                </a:extLst>
              </p:cNvPr>
              <p:cNvSpPr txBox="1"/>
              <p:nvPr/>
            </p:nvSpPr>
            <p:spPr>
              <a:xfrm>
                <a:off x="3118580" y="1806801"/>
                <a:ext cx="248017" cy="265901"/>
              </a:xfrm>
              <a:prstGeom prst="rect">
                <a:avLst/>
              </a:prstGeom>
              <a:scene3d>
                <a:camera prst="orthographicFront"/>
                <a:lightRig rig="threePt" dir="t"/>
              </a:scene3d>
              <a:sp3d>
                <a:bevelT/>
              </a:sp3d>
            </p:spPr>
            <p:txBody>
              <a:bodyPr lIns="0" tIns="0" rIns="0" bIns="0" rtlCol="0" anchor="ctr"/>
              <a:lstStyle/>
              <a:p>
                <a:pPr algn="ctr">
                  <a:lnSpc>
                    <a:spcPts val="2427"/>
                  </a:lnSpc>
                </a:pPr>
                <a:endParaRPr sz="1200"/>
              </a:p>
            </p:txBody>
          </p:sp>
        </p:grpSp>
        <p:sp>
          <p:nvSpPr>
            <p:cNvPr id="31" name="Flowchart: Connector 30">
              <a:extLst>
                <a:ext uri="{FF2B5EF4-FFF2-40B4-BE49-F238E27FC236}">
                  <a16:creationId xmlns:a16="http://schemas.microsoft.com/office/drawing/2014/main" id="{4275B247-6F6A-46BD-9727-B0F960950B5D}"/>
                </a:ext>
              </a:extLst>
            </p:cNvPr>
            <p:cNvSpPr/>
            <p:nvPr/>
          </p:nvSpPr>
          <p:spPr>
            <a:xfrm>
              <a:off x="1585467" y="1506071"/>
              <a:ext cx="1017001" cy="926745"/>
            </a:xfrm>
            <a:prstGeom prst="flowChartConnector">
              <a:avLst/>
            </a:prstGeom>
            <a:solidFill>
              <a:schemeClr val="accent2">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B</a:t>
              </a:r>
              <a:r>
                <a:rPr lang="vi-VN" sz="1100" b="1">
                  <a:solidFill>
                    <a:schemeClr val="tx1"/>
                  </a:solidFill>
                  <a:latin typeface="Times New Roman" panose="02020603050405020304" pitchFamily="18" charset="0"/>
                  <a:cs typeface="Times New Roman" panose="02020603050405020304" pitchFamily="18" charset="0"/>
                </a:rPr>
                <a:t>ảo mật và</a:t>
              </a:r>
              <a:endParaRPr lang="en-US" sz="1100" b="1">
                <a:solidFill>
                  <a:schemeClr val="tx1"/>
                </a:solidFill>
                <a:latin typeface="Times New Roman" panose="02020603050405020304" pitchFamily="18" charset="0"/>
                <a:cs typeface="Times New Roman" panose="02020603050405020304" pitchFamily="18" charset="0"/>
              </a:endParaRPr>
            </a:p>
            <a:p>
              <a:pPr algn="ctr"/>
              <a:r>
                <a:rPr lang="vi-VN" sz="1100" b="1">
                  <a:solidFill>
                    <a:schemeClr val="tx1"/>
                  </a:solidFill>
                  <a:latin typeface="Times New Roman" panose="02020603050405020304" pitchFamily="18" charset="0"/>
                  <a:cs typeface="Times New Roman" panose="02020603050405020304" pitchFamily="18" charset="0"/>
                </a:rPr>
                <a:t>hệ thống</a:t>
              </a:r>
            </a:p>
          </p:txBody>
        </p:sp>
        <p:sp>
          <p:nvSpPr>
            <p:cNvPr id="32" name="Flowchart: Connector 31">
              <a:extLst>
                <a:ext uri="{FF2B5EF4-FFF2-40B4-BE49-F238E27FC236}">
                  <a16:creationId xmlns:a16="http://schemas.microsoft.com/office/drawing/2014/main" id="{6C38F5F1-5B59-49B0-BB61-1D666FA0A771}"/>
                </a:ext>
              </a:extLst>
            </p:cNvPr>
            <p:cNvSpPr/>
            <p:nvPr/>
          </p:nvSpPr>
          <p:spPr>
            <a:xfrm>
              <a:off x="2647206" y="2143573"/>
              <a:ext cx="1017001" cy="969238"/>
            </a:xfrm>
            <a:prstGeom prst="flowChartConnector">
              <a:avLst/>
            </a:prstGeom>
            <a:solidFill>
              <a:schemeClr val="accent4">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Hạ tầng</a:t>
              </a:r>
              <a:endParaRPr lang="vi-VN" sz="1100" b="1">
                <a:solidFill>
                  <a:schemeClr val="tx1"/>
                </a:solidFill>
                <a:latin typeface="Times New Roman" panose="02020603050405020304" pitchFamily="18" charset="0"/>
                <a:cs typeface="Times New Roman" panose="02020603050405020304" pitchFamily="18" charset="0"/>
              </a:endParaRPr>
            </a:p>
          </p:txBody>
        </p:sp>
        <p:sp>
          <p:nvSpPr>
            <p:cNvPr id="33" name="Flowchart: Connector 32">
              <a:extLst>
                <a:ext uri="{FF2B5EF4-FFF2-40B4-BE49-F238E27FC236}">
                  <a16:creationId xmlns:a16="http://schemas.microsoft.com/office/drawing/2014/main" id="{5803B76A-3264-4FF0-80E9-60F67241A4D3}"/>
                </a:ext>
              </a:extLst>
            </p:cNvPr>
            <p:cNvSpPr/>
            <p:nvPr/>
          </p:nvSpPr>
          <p:spPr>
            <a:xfrm>
              <a:off x="3214743" y="3223970"/>
              <a:ext cx="1017001" cy="969238"/>
            </a:xfrm>
            <a:prstGeom prst="flowChartConnector">
              <a:avLst/>
            </a:prstGeom>
            <a:solidFill>
              <a:schemeClr val="accent6">
                <a:lumMod val="60000"/>
                <a:lumOff val="4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RPA, AI</a:t>
              </a:r>
              <a:endParaRPr lang="vi-VN" sz="1100" b="1">
                <a:solidFill>
                  <a:schemeClr val="tx1"/>
                </a:solidFill>
                <a:latin typeface="Times New Roman" panose="02020603050405020304" pitchFamily="18" charset="0"/>
                <a:cs typeface="Times New Roman" panose="02020603050405020304" pitchFamily="18" charset="0"/>
              </a:endParaRPr>
            </a:p>
          </p:txBody>
        </p:sp>
        <p:sp>
          <p:nvSpPr>
            <p:cNvPr id="34" name="Flowchart: Connector 33">
              <a:extLst>
                <a:ext uri="{FF2B5EF4-FFF2-40B4-BE49-F238E27FC236}">
                  <a16:creationId xmlns:a16="http://schemas.microsoft.com/office/drawing/2014/main" id="{2971F25B-DDCB-4E81-96CF-011A25DE8469}"/>
                </a:ext>
              </a:extLst>
            </p:cNvPr>
            <p:cNvSpPr/>
            <p:nvPr/>
          </p:nvSpPr>
          <p:spPr>
            <a:xfrm>
              <a:off x="2847760" y="4375616"/>
              <a:ext cx="1017001" cy="969238"/>
            </a:xfrm>
            <a:prstGeom prst="flowChartConnector">
              <a:avLst/>
            </a:prstGeom>
            <a:solidFill>
              <a:srgbClr val="FFC5C5"/>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dirty="0">
                  <a:solidFill>
                    <a:schemeClr val="tx1"/>
                  </a:solidFill>
                  <a:latin typeface="Times New Roman"/>
                  <a:cs typeface="Times New Roman"/>
                </a:rPr>
                <a:t>Quy </a:t>
              </a:r>
              <a:r>
                <a:rPr lang="en-US" sz="1100" b="1" dirty="0" err="1">
                  <a:solidFill>
                    <a:schemeClr val="tx1"/>
                  </a:solidFill>
                  <a:latin typeface="Times New Roman"/>
                  <a:cs typeface="Times New Roman"/>
                </a:rPr>
                <a:t>trình</a:t>
              </a:r>
              <a:endParaRPr lang="en-US" sz="1100" b="1" dirty="0" err="1">
                <a:solidFill>
                  <a:schemeClr val="tx1"/>
                </a:solidFill>
                <a:latin typeface="Times New Roman" panose="02020603050405020304" pitchFamily="18" charset="0"/>
                <a:cs typeface="Times New Roman" panose="02020603050405020304" pitchFamily="18" charset="0"/>
              </a:endParaRPr>
            </a:p>
          </p:txBody>
        </p:sp>
        <p:sp>
          <p:nvSpPr>
            <p:cNvPr id="35" name="Flowchart: Connector 34">
              <a:extLst>
                <a:ext uri="{FF2B5EF4-FFF2-40B4-BE49-F238E27FC236}">
                  <a16:creationId xmlns:a16="http://schemas.microsoft.com/office/drawing/2014/main" id="{C363FD84-4E69-4C27-82A1-7386886C6809}"/>
                </a:ext>
              </a:extLst>
            </p:cNvPr>
            <p:cNvSpPr/>
            <p:nvPr/>
          </p:nvSpPr>
          <p:spPr>
            <a:xfrm>
              <a:off x="1771722" y="5050112"/>
              <a:ext cx="1017001" cy="969238"/>
            </a:xfrm>
            <a:prstGeom prst="flowChartConnector">
              <a:avLst/>
            </a:prstGeom>
            <a:solidFill>
              <a:schemeClr val="accent5">
                <a:lumMod val="40000"/>
                <a:lumOff val="60000"/>
              </a:schemeClr>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Times New Roman" panose="02020603050405020304" pitchFamily="18" charset="0"/>
                  <a:cs typeface="Times New Roman" panose="02020603050405020304" pitchFamily="18" charset="0"/>
                </a:rPr>
                <a:t>Đội ngũ IT</a:t>
              </a:r>
              <a:endParaRPr lang="vi-VN" sz="1100" b="1">
                <a:solidFill>
                  <a:schemeClr val="tx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1597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02210-86F5-4C83-9629-F35379475C4A}"/>
              </a:ext>
            </a:extLst>
          </p:cNvPr>
          <p:cNvSpPr txBox="1"/>
          <p:nvPr/>
        </p:nvSpPr>
        <p:spPr>
          <a:xfrm>
            <a:off x="1648771" y="164884"/>
            <a:ext cx="9466992" cy="461665"/>
          </a:xfrm>
          <a:prstGeom prst="rect">
            <a:avLst/>
          </a:prstGeom>
          <a:noFill/>
        </p:spPr>
        <p:txBody>
          <a:bodyPr wrap="square" rtlCol="0">
            <a:spAutoFit/>
          </a:bodyPr>
          <a:lstStyle/>
          <a:p>
            <a:pPr lvl="1" algn="ctr"/>
            <a:r>
              <a:rPr lang="zh-CN" altLang="en-US"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推動行動 </a:t>
            </a:r>
            <a:r>
              <a:rPr lang="en-US" altLang="zh-CN"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全面準備數位轉型</a:t>
            </a:r>
            <a:endParaRPr lang="vi-VN" sz="2400" b="1">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D419F0E0-70B1-405C-830B-4DF546A0E3AB}"/>
              </a:ext>
            </a:extLst>
          </p:cNvPr>
          <p:cNvSpPr/>
          <p:nvPr/>
        </p:nvSpPr>
        <p:spPr>
          <a:xfrm>
            <a:off x="6474762" y="884988"/>
            <a:ext cx="2926964" cy="489374"/>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策略</a:t>
            </a:r>
            <a:b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br>
            <a: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&amp; 05 </a:t>
            </a: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項優先推行</a:t>
            </a:r>
            <a:endPar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4" name="TextBox 33">
            <a:extLst>
              <a:ext uri="{FF2B5EF4-FFF2-40B4-BE49-F238E27FC236}">
                <a16:creationId xmlns:a16="http://schemas.microsoft.com/office/drawing/2014/main" id="{6EAAE080-0135-4CE0-8C44-94F4716983C8}"/>
              </a:ext>
            </a:extLst>
          </p:cNvPr>
          <p:cNvSpPr txBox="1"/>
          <p:nvPr/>
        </p:nvSpPr>
        <p:spPr>
          <a:xfrm>
            <a:off x="908610" y="6031215"/>
            <a:ext cx="10542494" cy="369332"/>
          </a:xfrm>
          <a:prstGeom prst="rect">
            <a:avLst/>
          </a:prstGeom>
          <a:noFill/>
        </p:spPr>
        <p:txBody>
          <a:bodyPr wrap="square" rtlCol="0">
            <a:spAutoFit/>
          </a:bodyPr>
          <a:lstStyle/>
          <a:p>
            <a:r>
              <a:rPr lang="zh-TW" altLang="en-US">
                <a:latin typeface="Times New Roman" panose="02020603050405020304" pitchFamily="18" charset="0"/>
                <a:ea typeface="Microsoft JhengHei" panose="020B0604030504040204" pitchFamily="34" charset="-120"/>
                <a:cs typeface="Times New Roman" panose="02020603050405020304" pitchFamily="18" charset="0"/>
              </a:rPr>
              <a:t>期盼管理階層提供資源支持並一同推進，以確保智慧工廠策略的成功</a:t>
            </a: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pic>
        <p:nvPicPr>
          <p:cNvPr id="35" name="Picture 34">
            <a:extLst>
              <a:ext uri="{FF2B5EF4-FFF2-40B4-BE49-F238E27FC236}">
                <a16:creationId xmlns:a16="http://schemas.microsoft.com/office/drawing/2014/main" id="{BCD3FD9B-7EAC-4994-B79E-4F65702FB377}"/>
              </a:ext>
            </a:extLst>
          </p:cNvPr>
          <p:cNvPicPr>
            <a:picLocks noChangeAspect="1"/>
          </p:cNvPicPr>
          <p:nvPr/>
        </p:nvPicPr>
        <p:blipFill>
          <a:blip r:embed="rId2"/>
          <a:stretch>
            <a:fillRect/>
          </a:stretch>
        </p:blipFill>
        <p:spPr>
          <a:xfrm>
            <a:off x="200971" y="5830510"/>
            <a:ext cx="742950" cy="638175"/>
          </a:xfrm>
          <a:prstGeom prst="rect">
            <a:avLst/>
          </a:prstGeom>
        </p:spPr>
      </p:pic>
      <p:grpSp>
        <p:nvGrpSpPr>
          <p:cNvPr id="40" name="Group 39">
            <a:extLst>
              <a:ext uri="{FF2B5EF4-FFF2-40B4-BE49-F238E27FC236}">
                <a16:creationId xmlns:a16="http://schemas.microsoft.com/office/drawing/2014/main" id="{F75EFF08-36E1-437C-A997-8A1233AF1FA0}"/>
              </a:ext>
            </a:extLst>
          </p:cNvPr>
          <p:cNvGrpSpPr/>
          <p:nvPr/>
        </p:nvGrpSpPr>
        <p:grpSpPr>
          <a:xfrm>
            <a:off x="530335" y="927847"/>
            <a:ext cx="11258723" cy="4942611"/>
            <a:chOff x="530335" y="927847"/>
            <a:chExt cx="11258723" cy="4982943"/>
          </a:xfrm>
        </p:grpSpPr>
        <p:sp>
          <p:nvSpPr>
            <p:cNvPr id="3" name="Rectangle: Rounded Corners 2">
              <a:extLst>
                <a:ext uri="{FF2B5EF4-FFF2-40B4-BE49-F238E27FC236}">
                  <a16:creationId xmlns:a16="http://schemas.microsoft.com/office/drawing/2014/main" id="{C3E3ACE7-798A-4489-8B17-F82C12D90BD6}"/>
                </a:ext>
              </a:extLst>
            </p:cNvPr>
            <p:cNvSpPr/>
            <p:nvPr/>
          </p:nvSpPr>
          <p:spPr>
            <a:xfrm>
              <a:off x="851292" y="927847"/>
              <a:ext cx="2432974" cy="4437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SWOT </a:t>
              </a:r>
              <a:r>
                <a:rPr lang="zh-CN" alt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總覽</a:t>
              </a:r>
              <a:endParaRPr lang="en-US" sz="1600" b="1">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5" name="Rectangle 4">
              <a:extLst>
                <a:ext uri="{FF2B5EF4-FFF2-40B4-BE49-F238E27FC236}">
                  <a16:creationId xmlns:a16="http://schemas.microsoft.com/office/drawing/2014/main" id="{ADE5979C-4D78-43FD-9FD3-B52648B95CE4}"/>
                </a:ext>
              </a:extLst>
            </p:cNvPr>
            <p:cNvSpPr/>
            <p:nvPr/>
          </p:nvSpPr>
          <p:spPr>
            <a:xfrm>
              <a:off x="530336" y="1922928"/>
              <a:ext cx="1695273" cy="180190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7" name="Rectangle 6">
              <a:extLst>
                <a:ext uri="{FF2B5EF4-FFF2-40B4-BE49-F238E27FC236}">
                  <a16:creationId xmlns:a16="http://schemas.microsoft.com/office/drawing/2014/main" id="{8CDA4CF1-8C72-4496-A52F-EA83570F27D1}"/>
                </a:ext>
              </a:extLst>
            </p:cNvPr>
            <p:cNvSpPr/>
            <p:nvPr/>
          </p:nvSpPr>
          <p:spPr>
            <a:xfrm>
              <a:off x="2309831" y="1922928"/>
              <a:ext cx="1695273" cy="18019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8" name="Rectangle 7">
              <a:extLst>
                <a:ext uri="{FF2B5EF4-FFF2-40B4-BE49-F238E27FC236}">
                  <a16:creationId xmlns:a16="http://schemas.microsoft.com/office/drawing/2014/main" id="{C45342F8-A30A-48B7-9D61-F2DB5ECF9212}"/>
                </a:ext>
              </a:extLst>
            </p:cNvPr>
            <p:cNvSpPr/>
            <p:nvPr/>
          </p:nvSpPr>
          <p:spPr>
            <a:xfrm>
              <a:off x="530335" y="3762922"/>
              <a:ext cx="1695273" cy="180190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9" name="Rectangle 8">
              <a:extLst>
                <a:ext uri="{FF2B5EF4-FFF2-40B4-BE49-F238E27FC236}">
                  <a16:creationId xmlns:a16="http://schemas.microsoft.com/office/drawing/2014/main" id="{C38B2F3B-7BD2-441E-9365-D39487D6330A}"/>
                </a:ext>
              </a:extLst>
            </p:cNvPr>
            <p:cNvSpPr/>
            <p:nvPr/>
          </p:nvSpPr>
          <p:spPr>
            <a:xfrm>
              <a:off x="2309830" y="3776370"/>
              <a:ext cx="1695273" cy="1801906"/>
            </a:xfrm>
            <a:prstGeom prst="rect">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0" name="TextBox 9">
              <a:extLst>
                <a:ext uri="{FF2B5EF4-FFF2-40B4-BE49-F238E27FC236}">
                  <a16:creationId xmlns:a16="http://schemas.microsoft.com/office/drawing/2014/main" id="{FABCD823-6E5D-4451-8600-1AB7E815A12A}"/>
                </a:ext>
              </a:extLst>
            </p:cNvPr>
            <p:cNvSpPr txBox="1"/>
            <p:nvPr/>
          </p:nvSpPr>
          <p:spPr>
            <a:xfrm>
              <a:off x="530335" y="2770873"/>
              <a:ext cx="1695272" cy="369332"/>
            </a:xfrm>
            <a:prstGeom prst="rect">
              <a:avLst/>
            </a:prstGeom>
            <a:noFill/>
          </p:spPr>
          <p:txBody>
            <a:bodyPr wrap="square" rtlCol="0">
              <a:spAutoFit/>
            </a:bodyPr>
            <a:lstStyle/>
            <a:p>
              <a:pPr algn="ctr"/>
              <a:r>
                <a:rPr lang="en-US" b="1">
                  <a:latin typeface="Times New Roman" panose="02020603050405020304" pitchFamily="18" charset="0"/>
                  <a:ea typeface="Microsoft JhengHei" panose="020B0604030504040204" pitchFamily="34" charset="-120"/>
                  <a:cs typeface="Times New Roman" panose="02020603050405020304" pitchFamily="18" charset="0"/>
                </a:rPr>
                <a:t>S: </a:t>
              </a:r>
              <a:r>
                <a:rPr lang="zh-CN" altLang="en-US" b="1">
                  <a:latin typeface="Times New Roman" panose="02020603050405020304" pitchFamily="18" charset="0"/>
                  <a:ea typeface="Microsoft JhengHei" panose="020B0604030504040204" pitchFamily="34" charset="-120"/>
                  <a:cs typeface="Times New Roman" panose="02020603050405020304" pitchFamily="18" charset="0"/>
                </a:rPr>
                <a:t>優勢</a:t>
              </a:r>
              <a:endParaRPr lang="en-US"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1" name="TextBox 10">
              <a:extLst>
                <a:ext uri="{FF2B5EF4-FFF2-40B4-BE49-F238E27FC236}">
                  <a16:creationId xmlns:a16="http://schemas.microsoft.com/office/drawing/2014/main" id="{BFF4E34D-B6A6-491E-AD70-DF6B936C7763}"/>
                </a:ext>
              </a:extLst>
            </p:cNvPr>
            <p:cNvSpPr txBox="1"/>
            <p:nvPr/>
          </p:nvSpPr>
          <p:spPr>
            <a:xfrm>
              <a:off x="530335" y="3064370"/>
              <a:ext cx="1779494" cy="527490"/>
            </a:xfrm>
            <a:prstGeom prst="rect">
              <a:avLst/>
            </a:prstGeom>
            <a:noFill/>
          </p:spPr>
          <p:txBody>
            <a:bodyPr wrap="square" rtlCol="0">
              <a:spAutoFit/>
            </a:bodyPr>
            <a:lstStyle/>
            <a:p>
              <a:pPr algn="ct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具有良好的 </a:t>
              </a:r>
              <a:r>
                <a:rPr lang="en-US" sz="1400">
                  <a:latin typeface="Times New Roman" panose="02020603050405020304" pitchFamily="18" charset="0"/>
                  <a:ea typeface="Microsoft JhengHei" panose="020B0604030504040204" pitchFamily="34" charset="-120"/>
                  <a:cs typeface="Times New Roman" panose="02020603050405020304" pitchFamily="18" charset="0"/>
                </a:rPr>
                <a:t>RPA </a:t>
              </a: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及</a:t>
              </a:r>
              <a:r>
                <a:rPr lang="en-US" sz="1400">
                  <a:latin typeface="Times New Roman" panose="02020603050405020304" pitchFamily="18" charset="0"/>
                  <a:ea typeface="Microsoft JhengHei" panose="020B0604030504040204" pitchFamily="34" charset="-120"/>
                  <a:cs typeface="Times New Roman" panose="02020603050405020304" pitchFamily="18" charset="0"/>
                </a:rPr>
                <a:t> ISO27001 </a:t>
              </a:r>
              <a:r>
                <a:rPr lang="zh-CN" altLang="en-US" sz="1400">
                  <a:latin typeface="Times New Roman" panose="02020603050405020304" pitchFamily="18" charset="0"/>
                  <a:ea typeface="Microsoft JhengHei" panose="020B0604030504040204" pitchFamily="34" charset="-120"/>
                  <a:cs typeface="Times New Roman" panose="02020603050405020304" pitchFamily="18" charset="0"/>
                </a:rPr>
                <a:t>基礎</a:t>
              </a:r>
              <a:endParaRPr lang="en-US" sz="14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3" name="TextBox 12">
              <a:extLst>
                <a:ext uri="{FF2B5EF4-FFF2-40B4-BE49-F238E27FC236}">
                  <a16:creationId xmlns:a16="http://schemas.microsoft.com/office/drawing/2014/main" id="{602D3472-2936-4CB1-89C2-71CBA985F119}"/>
                </a:ext>
              </a:extLst>
            </p:cNvPr>
            <p:cNvSpPr txBox="1"/>
            <p:nvPr/>
          </p:nvSpPr>
          <p:spPr>
            <a:xfrm>
              <a:off x="2309829" y="2770873"/>
              <a:ext cx="1695272" cy="369332"/>
            </a:xfrm>
            <a:prstGeom prst="rect">
              <a:avLst/>
            </a:prstGeom>
            <a:noFill/>
          </p:spPr>
          <p:txBody>
            <a:bodyPr wrap="square" rtlCol="0">
              <a:spAutoFit/>
            </a:bodyPr>
            <a:lstStyle/>
            <a:p>
              <a:pPr algn="ctr"/>
              <a:r>
                <a:rPr lang="en-US" b="1">
                  <a:latin typeface="Times New Roman" panose="02020603050405020304" pitchFamily="18" charset="0"/>
                  <a:ea typeface="Microsoft JhengHei" panose="020B0604030504040204" pitchFamily="34" charset="-120"/>
                  <a:cs typeface="Times New Roman" panose="02020603050405020304" pitchFamily="18" charset="0"/>
                </a:rPr>
                <a:t>O: </a:t>
              </a:r>
              <a:r>
                <a:rPr lang="zh-CN" altLang="en-US" b="1">
                  <a:latin typeface="Times New Roman" panose="02020603050405020304" pitchFamily="18" charset="0"/>
                  <a:ea typeface="Microsoft JhengHei" panose="020B0604030504040204" pitchFamily="34" charset="-120"/>
                  <a:cs typeface="Times New Roman" panose="02020603050405020304" pitchFamily="18" charset="0"/>
                </a:rPr>
                <a:t>機會</a:t>
              </a:r>
              <a:endParaRPr lang="en-US"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4" name="TextBox 13">
              <a:extLst>
                <a:ext uri="{FF2B5EF4-FFF2-40B4-BE49-F238E27FC236}">
                  <a16:creationId xmlns:a16="http://schemas.microsoft.com/office/drawing/2014/main" id="{7AB846AD-AA58-4D05-B590-65158283672B}"/>
                </a:ext>
              </a:extLst>
            </p:cNvPr>
            <p:cNvSpPr txBox="1"/>
            <p:nvPr/>
          </p:nvSpPr>
          <p:spPr>
            <a:xfrm>
              <a:off x="2309826" y="3076562"/>
              <a:ext cx="1695272" cy="589547"/>
            </a:xfrm>
            <a:prstGeom prst="rect">
              <a:avLst/>
            </a:prstGeom>
            <a:noFill/>
          </p:spPr>
          <p:txBody>
            <a:bodyPr wrap="square" rtlCol="0">
              <a:spAutoFit/>
            </a:bodyPr>
            <a:lstStyle/>
            <a:p>
              <a:pPr algn="ctr"/>
              <a:r>
                <a:rPr lang="en-US" sz="1600">
                  <a:latin typeface="Times New Roman" panose="02020603050405020304" pitchFamily="18" charset="0"/>
                  <a:ea typeface="Microsoft JhengHei" panose="020B0604030504040204" pitchFamily="34" charset="-120"/>
                  <a:cs typeface="Times New Roman" panose="02020603050405020304" pitchFamily="18" charset="0"/>
                </a:rPr>
                <a:t>SAP-MES, RPA &amp; AI</a:t>
              </a:r>
            </a:p>
          </p:txBody>
        </p:sp>
        <p:sp>
          <p:nvSpPr>
            <p:cNvPr id="15" name="TextBox 14">
              <a:extLst>
                <a:ext uri="{FF2B5EF4-FFF2-40B4-BE49-F238E27FC236}">
                  <a16:creationId xmlns:a16="http://schemas.microsoft.com/office/drawing/2014/main" id="{ACDDCEE8-11BC-4EC7-B540-2436B85EADC7}"/>
                </a:ext>
              </a:extLst>
            </p:cNvPr>
            <p:cNvSpPr txBox="1"/>
            <p:nvPr/>
          </p:nvSpPr>
          <p:spPr>
            <a:xfrm>
              <a:off x="572449" y="4674364"/>
              <a:ext cx="1695272" cy="338554"/>
            </a:xfrm>
            <a:prstGeom prst="rect">
              <a:avLst/>
            </a:prstGeom>
            <a:noFill/>
          </p:spPr>
          <p:txBody>
            <a:bodyPr wrap="square" rtlCol="0">
              <a:spAutoFit/>
            </a:bodyPr>
            <a:lstStyle/>
            <a:p>
              <a:pPr algn="ctr"/>
              <a:r>
                <a:rPr lang="en-US" sz="1600" b="1">
                  <a:latin typeface="Times New Roman" panose="02020603050405020304" pitchFamily="18" charset="0"/>
                  <a:ea typeface="Microsoft JhengHei" panose="020B0604030504040204" pitchFamily="34" charset="-120"/>
                  <a:cs typeface="Times New Roman" panose="02020603050405020304" pitchFamily="18" charset="0"/>
                </a:rPr>
                <a:t>W: </a:t>
              </a:r>
              <a:r>
                <a:rPr lang="zh-CN" altLang="en-US" sz="1600" b="1">
                  <a:latin typeface="Times New Roman" panose="02020603050405020304" pitchFamily="18" charset="0"/>
                  <a:ea typeface="Microsoft JhengHei" panose="020B0604030504040204" pitchFamily="34" charset="-120"/>
                  <a:cs typeface="Times New Roman" panose="02020603050405020304" pitchFamily="18" charset="0"/>
                </a:rPr>
                <a:t>缺點</a:t>
              </a:r>
              <a:endParaRPr lang="en-US" sz="16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6" name="TextBox 15">
              <a:extLst>
                <a:ext uri="{FF2B5EF4-FFF2-40B4-BE49-F238E27FC236}">
                  <a16:creationId xmlns:a16="http://schemas.microsoft.com/office/drawing/2014/main" id="{382C3EBB-88CD-4CEB-8B34-612450001665}"/>
                </a:ext>
              </a:extLst>
            </p:cNvPr>
            <p:cNvSpPr txBox="1"/>
            <p:nvPr/>
          </p:nvSpPr>
          <p:spPr>
            <a:xfrm>
              <a:off x="572446" y="4980053"/>
              <a:ext cx="1695272" cy="553998"/>
            </a:xfrm>
            <a:prstGeom prst="rect">
              <a:avLst/>
            </a:prstGeom>
            <a:noFill/>
          </p:spPr>
          <p:txBody>
            <a:bodyPr wrap="square" rtlCol="0">
              <a:spAutoFit/>
            </a:bodyPr>
            <a:lstStyle/>
            <a:p>
              <a:pPr algn="ctr"/>
              <a:r>
                <a:rPr lang="zh-CN" altLang="en-US" sz="1500">
                  <a:latin typeface="Times New Roman" panose="02020603050405020304" pitchFamily="18" charset="0"/>
                  <a:ea typeface="Microsoft JhengHei" panose="020B0604030504040204" pitchFamily="34" charset="-120"/>
                  <a:cs typeface="Times New Roman" panose="02020603050405020304" pitchFamily="18" charset="0"/>
                </a:rPr>
                <a:t>人力不足、系統老舊 </a:t>
              </a:r>
              <a:r>
                <a:rPr lang="en-US" sz="1500">
                  <a:latin typeface="Times New Roman" panose="02020603050405020304" pitchFamily="18" charset="0"/>
                  <a:ea typeface="Microsoft JhengHei" panose="020B0604030504040204" pitchFamily="34" charset="-120"/>
                  <a:cs typeface="Times New Roman" panose="02020603050405020304" pitchFamily="18" charset="0"/>
                </a:rPr>
                <a:t>(Legacy)</a:t>
              </a:r>
            </a:p>
          </p:txBody>
        </p:sp>
        <p:sp>
          <p:nvSpPr>
            <p:cNvPr id="17" name="TextBox 16">
              <a:extLst>
                <a:ext uri="{FF2B5EF4-FFF2-40B4-BE49-F238E27FC236}">
                  <a16:creationId xmlns:a16="http://schemas.microsoft.com/office/drawing/2014/main" id="{1B6602B7-C21B-408D-8BE1-F32F01C1402F}"/>
                </a:ext>
              </a:extLst>
            </p:cNvPr>
            <p:cNvSpPr txBox="1"/>
            <p:nvPr/>
          </p:nvSpPr>
          <p:spPr>
            <a:xfrm>
              <a:off x="2309829" y="4674364"/>
              <a:ext cx="1695272" cy="307777"/>
            </a:xfrm>
            <a:prstGeom prst="rect">
              <a:avLst/>
            </a:prstGeom>
            <a:noFill/>
          </p:spPr>
          <p:txBody>
            <a:bodyPr wrap="square" rtlCol="0">
              <a:spAutoFit/>
            </a:bodyPr>
            <a:lstStyle/>
            <a:p>
              <a:pPr algn="ctr"/>
              <a:r>
                <a:rPr lang="en-US" sz="1400" b="1">
                  <a:latin typeface="Times New Roman" panose="02020603050405020304" pitchFamily="18" charset="0"/>
                  <a:ea typeface="Microsoft JhengHei" panose="020B0604030504040204" pitchFamily="34" charset="-120"/>
                  <a:cs typeface="Times New Roman" panose="02020603050405020304" pitchFamily="18" charset="0"/>
                </a:rPr>
                <a:t>T: </a:t>
              </a:r>
              <a:r>
                <a:rPr lang="zh-CN" altLang="en-US" sz="1400" b="1">
                  <a:latin typeface="Times New Roman" panose="02020603050405020304" pitchFamily="18" charset="0"/>
                  <a:ea typeface="Microsoft JhengHei" panose="020B0604030504040204" pitchFamily="34" charset="-120"/>
                  <a:cs typeface="Times New Roman" panose="02020603050405020304" pitchFamily="18" charset="0"/>
                </a:rPr>
                <a:t>挑戰</a:t>
              </a:r>
              <a:endParaRPr lang="en-US" sz="1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8" name="TextBox 17">
              <a:extLst>
                <a:ext uri="{FF2B5EF4-FFF2-40B4-BE49-F238E27FC236}">
                  <a16:creationId xmlns:a16="http://schemas.microsoft.com/office/drawing/2014/main" id="{4DB05500-C9CA-45C4-9530-9D280074A0AE}"/>
                </a:ext>
              </a:extLst>
            </p:cNvPr>
            <p:cNvSpPr txBox="1"/>
            <p:nvPr/>
          </p:nvSpPr>
          <p:spPr>
            <a:xfrm>
              <a:off x="2309826" y="4980053"/>
              <a:ext cx="1695272" cy="584775"/>
            </a:xfrm>
            <a:prstGeom prst="rect">
              <a:avLst/>
            </a:prstGeom>
            <a:noFill/>
          </p:spPr>
          <p:txBody>
            <a:bodyPr wrap="square" rtlCol="0">
              <a:spAutoFit/>
            </a:bodyPr>
            <a:lstStyle/>
            <a:p>
              <a:pPr algn="ctr"/>
              <a:r>
                <a:rPr lang="en-US" sz="1600">
                  <a:latin typeface="Times New Roman" panose="02020603050405020304" pitchFamily="18" charset="0"/>
                  <a:ea typeface="Microsoft JhengHei" panose="020B0604030504040204" pitchFamily="34" charset="-120"/>
                  <a:cs typeface="Times New Roman" panose="02020603050405020304" pitchFamily="18" charset="0"/>
                </a:rPr>
                <a:t>TISAX,</a:t>
              </a:r>
              <a:br>
                <a:rPr lang="en-US" sz="1600">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a:latin typeface="Times New Roman" panose="02020603050405020304" pitchFamily="18" charset="0"/>
                  <a:ea typeface="Microsoft JhengHei" panose="020B0604030504040204" pitchFamily="34" charset="-120"/>
                  <a:cs typeface="Times New Roman" panose="02020603050405020304" pitchFamily="18" charset="0"/>
                </a:rPr>
                <a:t>資安</a:t>
              </a:r>
              <a:endParaRPr lang="en-US" sz="160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1" name="Arrow: Right 20">
              <a:extLst>
                <a:ext uri="{FF2B5EF4-FFF2-40B4-BE49-F238E27FC236}">
                  <a16:creationId xmlns:a16="http://schemas.microsoft.com/office/drawing/2014/main" id="{1AC667F4-1DEF-4905-A386-67554F7DF6EF}"/>
                </a:ext>
              </a:extLst>
            </p:cNvPr>
            <p:cNvSpPr/>
            <p:nvPr/>
          </p:nvSpPr>
          <p:spPr>
            <a:xfrm>
              <a:off x="4005098" y="2608729"/>
              <a:ext cx="2006208" cy="363070"/>
            </a:xfrm>
            <a:prstGeom prst="rightArrow">
              <a:avLst>
                <a:gd name="adj1" fmla="val 64814"/>
                <a:gd name="adj2" fmla="val 68518"/>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4" name="Arrow: Right 23">
              <a:extLst>
                <a:ext uri="{FF2B5EF4-FFF2-40B4-BE49-F238E27FC236}">
                  <a16:creationId xmlns:a16="http://schemas.microsoft.com/office/drawing/2014/main" id="{56CCE5C5-B814-462C-9F3D-4ECF016BBF46}"/>
                </a:ext>
              </a:extLst>
            </p:cNvPr>
            <p:cNvSpPr/>
            <p:nvPr/>
          </p:nvSpPr>
          <p:spPr>
            <a:xfrm>
              <a:off x="6179857" y="1908610"/>
              <a:ext cx="3079376" cy="180336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a:latin typeface="Times New Roman" panose="02020603050405020304" pitchFamily="18" charset="0"/>
                  <a:ea typeface="Microsoft JhengHei" panose="020B0604030504040204" pitchFamily="34" charset="-120"/>
                  <a:cs typeface="Times New Roman" panose="02020603050405020304" pitchFamily="18" charset="0"/>
                </a:rPr>
                <a:t>05 </a:t>
              </a:r>
              <a:r>
                <a:rPr lang="zh-CN" altLang="en-US" sz="2400" b="1">
                  <a:latin typeface="Times New Roman" panose="02020603050405020304" pitchFamily="18" charset="0"/>
                  <a:ea typeface="Microsoft JhengHei" panose="020B0604030504040204" pitchFamily="34" charset="-120"/>
                  <a:cs typeface="Times New Roman" panose="02020603050405020304" pitchFamily="18" charset="0"/>
                </a:rPr>
                <a:t>項優先推行</a:t>
              </a:r>
              <a:endParaRPr lang="en-US" sz="2400" b="1">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5" name="Arrow: Bent-Up 24">
              <a:extLst>
                <a:ext uri="{FF2B5EF4-FFF2-40B4-BE49-F238E27FC236}">
                  <a16:creationId xmlns:a16="http://schemas.microsoft.com/office/drawing/2014/main" id="{8E3AEDE8-03A9-4BA9-AED3-FC790590883E}"/>
                </a:ext>
              </a:extLst>
            </p:cNvPr>
            <p:cNvSpPr/>
            <p:nvPr/>
          </p:nvSpPr>
          <p:spPr>
            <a:xfrm>
              <a:off x="3984445" y="3240183"/>
              <a:ext cx="2215122" cy="1803367"/>
            </a:xfrm>
            <a:prstGeom prst="bentUpArrow">
              <a:avLst>
                <a:gd name="adj1" fmla="val 10832"/>
                <a:gd name="adj2" fmla="val 11132"/>
                <a:gd name="adj3" fmla="val 18289"/>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6" name="TextBox 25">
              <a:extLst>
                <a:ext uri="{FF2B5EF4-FFF2-40B4-BE49-F238E27FC236}">
                  <a16:creationId xmlns:a16="http://schemas.microsoft.com/office/drawing/2014/main" id="{743EC60F-D2D6-4D44-8E57-EEA7F6BE05AB}"/>
                </a:ext>
              </a:extLst>
            </p:cNvPr>
            <p:cNvSpPr txBox="1"/>
            <p:nvPr/>
          </p:nvSpPr>
          <p:spPr>
            <a:xfrm>
              <a:off x="6214076" y="3743389"/>
              <a:ext cx="4210084" cy="1334238"/>
            </a:xfrm>
            <a:prstGeom prst="rect">
              <a:avLst/>
            </a:prstGeom>
            <a:noFill/>
          </p:spPr>
          <p:txBody>
            <a:bodyPr wrap="square" rtlCol="0">
              <a:spAutoFit/>
            </a:bodyPr>
            <a:lstStyle/>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檢視並標準化資料</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TW" altLang="en-US" sz="1600" dirty="0">
                  <a:latin typeface="Times New Roman" panose="02020603050405020304" pitchFamily="18" charset="0"/>
                  <a:ea typeface="Microsoft JhengHei" panose="020B0604030504040204" pitchFamily="34" charset="-120"/>
                  <a:cs typeface="Times New Roman" panose="02020603050405020304" pitchFamily="18" charset="0"/>
                </a:rPr>
                <a:t>支援並配合提升資安等級（</a:t>
              </a:r>
              <a:r>
                <a:rPr lang="en-US" altLang="zh-TW" sz="1600" dirty="0">
                  <a:latin typeface="Times New Roman" panose="02020603050405020304" pitchFamily="18" charset="0"/>
                  <a:ea typeface="Microsoft JhengHei" panose="020B0604030504040204" pitchFamily="34" charset="-120"/>
                  <a:cs typeface="Times New Roman" panose="02020603050405020304" pitchFamily="18" charset="0"/>
                </a:rPr>
                <a:t>TISAX</a:t>
              </a:r>
              <a:r>
                <a:rPr lang="zh-TW" altLang="en-US" sz="1600" dirty="0">
                  <a:latin typeface="Times New Roman" panose="02020603050405020304" pitchFamily="18" charset="0"/>
                  <a:ea typeface="Microsoft JhengHei" panose="020B0604030504040204" pitchFamily="34" charset="-120"/>
                  <a:cs typeface="Times New Roman" panose="02020603050405020304" pitchFamily="18" charset="0"/>
                </a:rPr>
                <a:t>）</a:t>
              </a:r>
              <a:endParaRPr lang="en-US" altLang="zh-TW"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推動 </a:t>
              </a:r>
              <a:r>
                <a:rPr lang="en-US" altLang="zh-CN" sz="1600" dirty="0">
                  <a:latin typeface="Times New Roman" panose="02020603050405020304" pitchFamily="18" charset="0"/>
                  <a:ea typeface="Microsoft JhengHei" panose="020B0604030504040204" pitchFamily="34" charset="-120"/>
                  <a:cs typeface="Times New Roman" panose="02020603050405020304" pitchFamily="18" charset="0"/>
                </a:rPr>
                <a:t>AI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試點專案</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完善 </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RPA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流程</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buAutoNum type="arabicPeriod"/>
              </a:pP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規劃 </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SAP/ MES/ IoT </a:t>
              </a:r>
              <a:r>
                <a:rPr lang="zh-CN" altLang="en-US" sz="1600" dirty="0">
                  <a:latin typeface="Times New Roman" panose="02020603050405020304" pitchFamily="18" charset="0"/>
                  <a:ea typeface="Microsoft JhengHei" panose="020B0604030504040204" pitchFamily="34" charset="-120"/>
                  <a:cs typeface="Times New Roman" panose="02020603050405020304" pitchFamily="18" charset="0"/>
                </a:rPr>
                <a:t>架構</a:t>
              </a:r>
              <a:endParaRPr lang="en-US" sz="16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7FC82839-9AA9-4828-B606-C4D4716B76AF}"/>
                </a:ext>
              </a:extLst>
            </p:cNvPr>
            <p:cNvSpPr/>
            <p:nvPr/>
          </p:nvSpPr>
          <p:spPr>
            <a:xfrm>
              <a:off x="9287905" y="2274973"/>
              <a:ext cx="2501153" cy="10978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a:latin typeface="Times New Roman" panose="02020603050405020304" pitchFamily="18" charset="0"/>
                  <a:ea typeface="Microsoft JhengHei" panose="020B0604030504040204" pitchFamily="34" charset="-120"/>
                  <a:cs typeface="Times New Roman" panose="02020603050405020304" pitchFamily="18" charset="0"/>
                </a:rPr>
                <a:t>公司已做好全面數位轉型的準備</a:t>
              </a:r>
              <a:endParaRPr lang="en-US" sz="2000" b="1">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29" name="Group 28">
              <a:extLst>
                <a:ext uri="{FF2B5EF4-FFF2-40B4-BE49-F238E27FC236}">
                  <a16:creationId xmlns:a16="http://schemas.microsoft.com/office/drawing/2014/main" id="{5F2C0D47-017F-49B0-BE71-4D82D3283ABB}"/>
                </a:ext>
              </a:extLst>
            </p:cNvPr>
            <p:cNvGrpSpPr/>
            <p:nvPr/>
          </p:nvGrpSpPr>
          <p:grpSpPr>
            <a:xfrm>
              <a:off x="1249396" y="1513682"/>
              <a:ext cx="5268789" cy="729912"/>
              <a:chOff x="1707774" y="1970882"/>
              <a:chExt cx="4893161" cy="729912"/>
            </a:xfrm>
          </p:grpSpPr>
          <p:sp>
            <p:nvSpPr>
              <p:cNvPr id="20" name="Arrow: Bent-Up 19">
                <a:extLst>
                  <a:ext uri="{FF2B5EF4-FFF2-40B4-BE49-F238E27FC236}">
                    <a16:creationId xmlns:a16="http://schemas.microsoft.com/office/drawing/2014/main" id="{E9C6DC72-42ED-4170-ADC2-5BA440193A1C}"/>
                  </a:ext>
                </a:extLst>
              </p:cNvPr>
              <p:cNvSpPr/>
              <p:nvPr/>
            </p:nvSpPr>
            <p:spPr>
              <a:xfrm flipV="1">
                <a:off x="1854123" y="1970882"/>
                <a:ext cx="4746812" cy="729912"/>
              </a:xfrm>
              <a:prstGeom prst="bentUp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8" name="Rectangle 27">
                <a:extLst>
                  <a:ext uri="{FF2B5EF4-FFF2-40B4-BE49-F238E27FC236}">
                    <a16:creationId xmlns:a16="http://schemas.microsoft.com/office/drawing/2014/main" id="{00E5A963-9F0E-4F74-9F80-AD793185DF6E}"/>
                  </a:ext>
                </a:extLst>
              </p:cNvPr>
              <p:cNvSpPr/>
              <p:nvPr/>
            </p:nvSpPr>
            <p:spPr>
              <a:xfrm flipH="1">
                <a:off x="1707774" y="1973773"/>
                <a:ext cx="164443" cy="40635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grpSp>
        <p:grpSp>
          <p:nvGrpSpPr>
            <p:cNvPr id="32" name="Group 31">
              <a:extLst>
                <a:ext uri="{FF2B5EF4-FFF2-40B4-BE49-F238E27FC236}">
                  <a16:creationId xmlns:a16="http://schemas.microsoft.com/office/drawing/2014/main" id="{5BC3B744-6D47-405D-9992-3CE38884BAAC}"/>
                </a:ext>
              </a:extLst>
            </p:cNvPr>
            <p:cNvGrpSpPr/>
            <p:nvPr/>
          </p:nvGrpSpPr>
          <p:grpSpPr>
            <a:xfrm>
              <a:off x="1249394" y="5154550"/>
              <a:ext cx="5852995" cy="756240"/>
              <a:chOff x="1139924" y="5611750"/>
              <a:chExt cx="6069811" cy="756240"/>
            </a:xfrm>
          </p:grpSpPr>
          <p:sp>
            <p:nvSpPr>
              <p:cNvPr id="23" name="Arrow: Bent-Up 22">
                <a:extLst>
                  <a:ext uri="{FF2B5EF4-FFF2-40B4-BE49-F238E27FC236}">
                    <a16:creationId xmlns:a16="http://schemas.microsoft.com/office/drawing/2014/main" id="{56B82E4A-4A08-4D69-892D-CB26BB83063C}"/>
                  </a:ext>
                </a:extLst>
              </p:cNvPr>
              <p:cNvSpPr/>
              <p:nvPr/>
            </p:nvSpPr>
            <p:spPr>
              <a:xfrm>
                <a:off x="1139926" y="5611750"/>
                <a:ext cx="6069809" cy="756240"/>
              </a:xfrm>
              <a:prstGeom prst="bentUpArrow">
                <a:avLst>
                  <a:gd name="adj1" fmla="val 23436"/>
                  <a:gd name="adj2" fmla="val 20307"/>
                  <a:gd name="adj3" fmla="val 29693"/>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1" name="Rectangle 30">
                <a:extLst>
                  <a:ext uri="{FF2B5EF4-FFF2-40B4-BE49-F238E27FC236}">
                    <a16:creationId xmlns:a16="http://schemas.microsoft.com/office/drawing/2014/main" id="{062B5F49-B15C-4765-8010-0A03DFFC3EB8}"/>
                  </a:ext>
                </a:extLst>
              </p:cNvPr>
              <p:cNvSpPr/>
              <p:nvPr/>
            </p:nvSpPr>
            <p:spPr>
              <a:xfrm flipH="1">
                <a:off x="1139924" y="6023184"/>
                <a:ext cx="216817" cy="332514"/>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p:txBody>
          </p:sp>
        </p:grpSp>
        <p:pic>
          <p:nvPicPr>
            <p:cNvPr id="36" name="Picture 35">
              <a:extLst>
                <a:ext uri="{FF2B5EF4-FFF2-40B4-BE49-F238E27FC236}">
                  <a16:creationId xmlns:a16="http://schemas.microsoft.com/office/drawing/2014/main" id="{357F0EC7-734C-451E-AB09-3687B45514A4}"/>
                </a:ext>
              </a:extLst>
            </p:cNvPr>
            <p:cNvPicPr>
              <a:picLocks noChangeAspect="1"/>
            </p:cNvPicPr>
            <p:nvPr/>
          </p:nvPicPr>
          <p:blipFill>
            <a:blip r:embed="rId3"/>
            <a:stretch>
              <a:fillRect/>
            </a:stretch>
          </p:blipFill>
          <p:spPr>
            <a:xfrm>
              <a:off x="1025319" y="2129119"/>
              <a:ext cx="657225" cy="581025"/>
            </a:xfrm>
            <a:prstGeom prst="rect">
              <a:avLst/>
            </a:prstGeom>
          </p:spPr>
        </p:pic>
        <p:pic>
          <p:nvPicPr>
            <p:cNvPr id="37" name="Picture 36">
              <a:extLst>
                <a:ext uri="{FF2B5EF4-FFF2-40B4-BE49-F238E27FC236}">
                  <a16:creationId xmlns:a16="http://schemas.microsoft.com/office/drawing/2014/main" id="{43FAFD18-A502-4A00-9140-3814692A5EA8}"/>
                </a:ext>
              </a:extLst>
            </p:cNvPr>
            <p:cNvPicPr>
              <a:picLocks noChangeAspect="1"/>
            </p:cNvPicPr>
            <p:nvPr/>
          </p:nvPicPr>
          <p:blipFill>
            <a:blip r:embed="rId4"/>
            <a:stretch>
              <a:fillRect/>
            </a:stretch>
          </p:blipFill>
          <p:spPr>
            <a:xfrm>
              <a:off x="2809799" y="2158154"/>
              <a:ext cx="695325" cy="600075"/>
            </a:xfrm>
            <a:prstGeom prst="rect">
              <a:avLst/>
            </a:prstGeom>
          </p:spPr>
        </p:pic>
        <p:pic>
          <p:nvPicPr>
            <p:cNvPr id="38" name="Picture 37">
              <a:extLst>
                <a:ext uri="{FF2B5EF4-FFF2-40B4-BE49-F238E27FC236}">
                  <a16:creationId xmlns:a16="http://schemas.microsoft.com/office/drawing/2014/main" id="{C4FB7E2F-9913-401A-916A-F86F035AC2D8}"/>
                </a:ext>
              </a:extLst>
            </p:cNvPr>
            <p:cNvPicPr>
              <a:picLocks noChangeAspect="1"/>
            </p:cNvPicPr>
            <p:nvPr/>
          </p:nvPicPr>
          <p:blipFill>
            <a:blip r:embed="rId5">
              <a:duotone>
                <a:schemeClr val="accent2">
                  <a:shade val="45000"/>
                  <a:satMod val="135000"/>
                </a:schemeClr>
                <a:prstClr val="white"/>
              </a:duotone>
            </a:blip>
            <a:stretch>
              <a:fillRect/>
            </a:stretch>
          </p:blipFill>
          <p:spPr>
            <a:xfrm>
              <a:off x="943921" y="3988150"/>
              <a:ext cx="704850" cy="657225"/>
            </a:xfrm>
            <a:prstGeom prst="rect">
              <a:avLst/>
            </a:prstGeom>
          </p:spPr>
        </p:pic>
        <p:pic>
          <p:nvPicPr>
            <p:cNvPr id="39" name="Picture 38">
              <a:extLst>
                <a:ext uri="{FF2B5EF4-FFF2-40B4-BE49-F238E27FC236}">
                  <a16:creationId xmlns:a16="http://schemas.microsoft.com/office/drawing/2014/main" id="{51DCA27F-C224-428C-8C4B-8A2F2D6EA61F}"/>
                </a:ext>
              </a:extLst>
            </p:cNvPr>
            <p:cNvPicPr>
              <a:picLocks noChangeAspect="1"/>
            </p:cNvPicPr>
            <p:nvPr/>
          </p:nvPicPr>
          <p:blipFill>
            <a:blip r:embed="rId6"/>
            <a:stretch>
              <a:fillRect/>
            </a:stretch>
          </p:blipFill>
          <p:spPr>
            <a:xfrm>
              <a:off x="2849905" y="4039625"/>
              <a:ext cx="552450" cy="552450"/>
            </a:xfrm>
            <a:prstGeom prst="rect">
              <a:avLst/>
            </a:prstGeom>
          </p:spPr>
        </p:pic>
      </p:grpSp>
    </p:spTree>
    <p:extLst>
      <p:ext uri="{BB962C8B-B14F-4D97-AF65-F5344CB8AC3E}">
        <p14:creationId xmlns:p14="http://schemas.microsoft.com/office/powerpoint/2010/main" val="2276091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02210-86F5-4C83-9629-F35379475C4A}"/>
              </a:ext>
            </a:extLst>
          </p:cNvPr>
          <p:cNvSpPr txBox="1"/>
          <p:nvPr/>
        </p:nvSpPr>
        <p:spPr>
          <a:xfrm>
            <a:off x="1834225" y="127739"/>
            <a:ext cx="10039527" cy="507831"/>
          </a:xfrm>
          <a:prstGeom prst="rect">
            <a:avLst/>
          </a:prstGeom>
          <a:noFill/>
        </p:spPr>
        <p:txBody>
          <a:bodyPr wrap="square" rtlCol="0">
            <a:spAutoFit/>
          </a:bodyPr>
          <a:lstStyle/>
          <a:p>
            <a:pPr algn="ctr"/>
            <a:r>
              <a:rPr lang="en-US" sz="2700" b="1">
                <a:latin typeface="Times New Roman" panose="02020603050405020304" pitchFamily="18" charset="0"/>
                <a:cs typeface="Times New Roman" panose="02020603050405020304" pitchFamily="18" charset="0"/>
              </a:rPr>
              <a:t>KÊU GỌI HÀNH ĐỘNG – CHUẨN BỊ CHO CHUYỂN ĐỔI SỐ</a:t>
            </a:r>
          </a:p>
        </p:txBody>
      </p:sp>
      <p:sp>
        <p:nvSpPr>
          <p:cNvPr id="33" name="Rectangle: Rounded Corners 32">
            <a:extLst>
              <a:ext uri="{FF2B5EF4-FFF2-40B4-BE49-F238E27FC236}">
                <a16:creationId xmlns:a16="http://schemas.microsoft.com/office/drawing/2014/main" id="{D419F0E0-70B1-405C-830B-4DF546A0E3AB}"/>
              </a:ext>
            </a:extLst>
          </p:cNvPr>
          <p:cNvSpPr/>
          <p:nvPr/>
        </p:nvSpPr>
        <p:spPr>
          <a:xfrm>
            <a:off x="6474762" y="884988"/>
            <a:ext cx="2926964" cy="489374"/>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cs typeface="Times New Roman" panose="02020603050405020304" pitchFamily="18" charset="0"/>
              </a:rPr>
              <a:t>CHIẾN L</a:t>
            </a:r>
            <a:r>
              <a:rPr lang="vi-VN" sz="1600" b="1">
                <a:solidFill>
                  <a:schemeClr val="tx1"/>
                </a:solidFill>
                <a:latin typeface="Times New Roman" panose="02020603050405020304" pitchFamily="18" charset="0"/>
                <a:cs typeface="Times New Roman" panose="02020603050405020304" pitchFamily="18" charset="0"/>
              </a:rPr>
              <a:t>Ư</a:t>
            </a:r>
            <a:r>
              <a:rPr lang="en-US" sz="1600" b="1">
                <a:solidFill>
                  <a:schemeClr val="tx1"/>
                </a:solidFill>
                <a:latin typeface="Times New Roman" panose="02020603050405020304" pitchFamily="18" charset="0"/>
                <a:cs typeface="Times New Roman" panose="02020603050405020304" pitchFamily="18" charset="0"/>
              </a:rPr>
              <a:t>ỢC</a:t>
            </a:r>
            <a:br>
              <a:rPr lang="en-US" sz="1600" b="1">
                <a:solidFill>
                  <a:schemeClr val="tx1"/>
                </a:solidFill>
                <a:latin typeface="Times New Roman" panose="02020603050405020304" pitchFamily="18" charset="0"/>
                <a:cs typeface="Times New Roman" panose="02020603050405020304" pitchFamily="18" charset="0"/>
              </a:rPr>
            </a:br>
            <a:r>
              <a:rPr lang="en-US" sz="1600" b="1">
                <a:solidFill>
                  <a:schemeClr val="tx1"/>
                </a:solidFill>
                <a:latin typeface="Times New Roman" panose="02020603050405020304" pitchFamily="18" charset="0"/>
                <a:cs typeface="Times New Roman" panose="02020603050405020304" pitchFamily="18" charset="0"/>
              </a:rPr>
              <a:t>&amp; 05 </a:t>
            </a:r>
            <a:r>
              <a:rPr lang="vi-VN" sz="1600" b="1">
                <a:solidFill>
                  <a:schemeClr val="tx1"/>
                </a:solidFill>
                <a:latin typeface="Times New Roman" panose="02020603050405020304" pitchFamily="18" charset="0"/>
                <a:cs typeface="Times New Roman" panose="02020603050405020304" pitchFamily="18" charset="0"/>
              </a:rPr>
              <a:t>Ư</a:t>
            </a:r>
            <a:r>
              <a:rPr lang="en-US" sz="1600" b="1">
                <a:solidFill>
                  <a:schemeClr val="tx1"/>
                </a:solidFill>
                <a:latin typeface="Times New Roman" panose="02020603050405020304" pitchFamily="18" charset="0"/>
                <a:cs typeface="Times New Roman" panose="02020603050405020304" pitchFamily="18" charset="0"/>
              </a:rPr>
              <a:t>U TIÊN HÀNH ĐỘNG</a:t>
            </a:r>
          </a:p>
        </p:txBody>
      </p:sp>
      <p:sp>
        <p:nvSpPr>
          <p:cNvPr id="34" name="TextBox 33">
            <a:extLst>
              <a:ext uri="{FF2B5EF4-FFF2-40B4-BE49-F238E27FC236}">
                <a16:creationId xmlns:a16="http://schemas.microsoft.com/office/drawing/2014/main" id="{6EAAE080-0135-4CE0-8C44-94F4716983C8}"/>
              </a:ext>
            </a:extLst>
          </p:cNvPr>
          <p:cNvSpPr txBox="1"/>
          <p:nvPr/>
        </p:nvSpPr>
        <p:spPr>
          <a:xfrm>
            <a:off x="908616" y="6155844"/>
            <a:ext cx="10542494"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Kêu gọi lãnh đạo cung cấp nguồn lực và đồng hành thực thi các </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u tiên để đảm bảo thành công cho chiến l</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ợc Nhà máy thông minh</a:t>
            </a:r>
          </a:p>
        </p:txBody>
      </p:sp>
      <p:pic>
        <p:nvPicPr>
          <p:cNvPr id="35" name="Picture 34">
            <a:extLst>
              <a:ext uri="{FF2B5EF4-FFF2-40B4-BE49-F238E27FC236}">
                <a16:creationId xmlns:a16="http://schemas.microsoft.com/office/drawing/2014/main" id="{BCD3FD9B-7EAC-4994-B79E-4F65702FB377}"/>
              </a:ext>
            </a:extLst>
          </p:cNvPr>
          <p:cNvPicPr>
            <a:picLocks noChangeAspect="1"/>
          </p:cNvPicPr>
          <p:nvPr/>
        </p:nvPicPr>
        <p:blipFill>
          <a:blip r:embed="rId2"/>
          <a:stretch>
            <a:fillRect/>
          </a:stretch>
        </p:blipFill>
        <p:spPr>
          <a:xfrm>
            <a:off x="200971" y="6110283"/>
            <a:ext cx="742950" cy="638175"/>
          </a:xfrm>
          <a:prstGeom prst="rect">
            <a:avLst/>
          </a:prstGeom>
        </p:spPr>
      </p:pic>
      <p:grpSp>
        <p:nvGrpSpPr>
          <p:cNvPr id="40" name="Group 39">
            <a:extLst>
              <a:ext uri="{FF2B5EF4-FFF2-40B4-BE49-F238E27FC236}">
                <a16:creationId xmlns:a16="http://schemas.microsoft.com/office/drawing/2014/main" id="{F75EFF08-36E1-437C-A997-8A1233AF1FA0}"/>
              </a:ext>
            </a:extLst>
          </p:cNvPr>
          <p:cNvGrpSpPr/>
          <p:nvPr/>
        </p:nvGrpSpPr>
        <p:grpSpPr>
          <a:xfrm>
            <a:off x="530335" y="927847"/>
            <a:ext cx="11258723" cy="5086334"/>
            <a:chOff x="530335" y="927847"/>
            <a:chExt cx="11258723" cy="5086334"/>
          </a:xfrm>
        </p:grpSpPr>
        <p:sp>
          <p:nvSpPr>
            <p:cNvPr id="3" name="Rectangle: Rounded Corners 2">
              <a:extLst>
                <a:ext uri="{FF2B5EF4-FFF2-40B4-BE49-F238E27FC236}">
                  <a16:creationId xmlns:a16="http://schemas.microsoft.com/office/drawing/2014/main" id="{C3E3ACE7-798A-4489-8B17-F82C12D90BD6}"/>
                </a:ext>
              </a:extLst>
            </p:cNvPr>
            <p:cNvSpPr/>
            <p:nvPr/>
          </p:nvSpPr>
          <p:spPr>
            <a:xfrm>
              <a:off x="851292" y="927847"/>
              <a:ext cx="2432974" cy="44375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Times New Roman" panose="02020603050405020304" pitchFamily="18" charset="0"/>
                  <a:cs typeface="Times New Roman" panose="02020603050405020304" pitchFamily="18" charset="0"/>
                </a:rPr>
                <a:t>TỔNG QUAN SWOT</a:t>
              </a:r>
            </a:p>
          </p:txBody>
        </p:sp>
        <p:sp>
          <p:nvSpPr>
            <p:cNvPr id="5" name="Rectangle 4">
              <a:extLst>
                <a:ext uri="{FF2B5EF4-FFF2-40B4-BE49-F238E27FC236}">
                  <a16:creationId xmlns:a16="http://schemas.microsoft.com/office/drawing/2014/main" id="{ADE5979C-4D78-43FD-9FD3-B52648B95CE4}"/>
                </a:ext>
              </a:extLst>
            </p:cNvPr>
            <p:cNvSpPr/>
            <p:nvPr/>
          </p:nvSpPr>
          <p:spPr>
            <a:xfrm>
              <a:off x="530336" y="1922928"/>
              <a:ext cx="1695273" cy="180190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CDA4CF1-8C72-4496-A52F-EA83570F27D1}"/>
                </a:ext>
              </a:extLst>
            </p:cNvPr>
            <p:cNvSpPr/>
            <p:nvPr/>
          </p:nvSpPr>
          <p:spPr>
            <a:xfrm>
              <a:off x="2309831" y="1922928"/>
              <a:ext cx="1695273" cy="18019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45342F8-A30A-48B7-9D61-F2DB5ECF9212}"/>
                </a:ext>
              </a:extLst>
            </p:cNvPr>
            <p:cNvSpPr/>
            <p:nvPr/>
          </p:nvSpPr>
          <p:spPr>
            <a:xfrm>
              <a:off x="530335" y="3762922"/>
              <a:ext cx="1695273" cy="180190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8B2F3B-7BD2-441E-9365-D39487D6330A}"/>
                </a:ext>
              </a:extLst>
            </p:cNvPr>
            <p:cNvSpPr/>
            <p:nvPr/>
          </p:nvSpPr>
          <p:spPr>
            <a:xfrm>
              <a:off x="2309830" y="3776370"/>
              <a:ext cx="1695273" cy="1801906"/>
            </a:xfrm>
            <a:prstGeom prst="rect">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AC667F4-1DEF-4905-A386-67554F7DF6EF}"/>
                </a:ext>
              </a:extLst>
            </p:cNvPr>
            <p:cNvSpPr/>
            <p:nvPr/>
          </p:nvSpPr>
          <p:spPr>
            <a:xfrm>
              <a:off x="4005098" y="2608729"/>
              <a:ext cx="2006208" cy="363070"/>
            </a:xfrm>
            <a:prstGeom prst="rightArrow">
              <a:avLst>
                <a:gd name="adj1" fmla="val 64814"/>
                <a:gd name="adj2" fmla="val 68518"/>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56CCE5C5-B814-462C-9F3D-4ECF016BBF46}"/>
                </a:ext>
              </a:extLst>
            </p:cNvPr>
            <p:cNvSpPr/>
            <p:nvPr/>
          </p:nvSpPr>
          <p:spPr>
            <a:xfrm>
              <a:off x="6179857" y="1908610"/>
              <a:ext cx="3079376" cy="180336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a:latin typeface="Times New Roman" panose="02020603050405020304" pitchFamily="18" charset="0"/>
                  <a:cs typeface="Times New Roman" panose="02020603050405020304" pitchFamily="18" charset="0"/>
                </a:rPr>
                <a:t>05 </a:t>
              </a:r>
              <a:r>
                <a:rPr lang="vi-VN" sz="2400" b="1">
                  <a:latin typeface="Times New Roman" panose="02020603050405020304" pitchFamily="18" charset="0"/>
                  <a:cs typeface="Times New Roman" panose="02020603050405020304" pitchFamily="18" charset="0"/>
                </a:rPr>
                <a:t>Ư</a:t>
              </a:r>
              <a:r>
                <a:rPr lang="en-US" sz="2400" b="1">
                  <a:latin typeface="Times New Roman" panose="02020603050405020304" pitchFamily="18" charset="0"/>
                  <a:cs typeface="Times New Roman" panose="02020603050405020304" pitchFamily="18" charset="0"/>
                </a:rPr>
                <a:t>U TIÊN HÀNH ĐỘNG</a:t>
              </a:r>
            </a:p>
          </p:txBody>
        </p:sp>
        <p:sp>
          <p:nvSpPr>
            <p:cNvPr id="25" name="Arrow: Bent-Up 24">
              <a:extLst>
                <a:ext uri="{FF2B5EF4-FFF2-40B4-BE49-F238E27FC236}">
                  <a16:creationId xmlns:a16="http://schemas.microsoft.com/office/drawing/2014/main" id="{8E3AEDE8-03A9-4BA9-AED3-FC790590883E}"/>
                </a:ext>
              </a:extLst>
            </p:cNvPr>
            <p:cNvSpPr/>
            <p:nvPr/>
          </p:nvSpPr>
          <p:spPr>
            <a:xfrm>
              <a:off x="3984445" y="3240183"/>
              <a:ext cx="2215122" cy="1803367"/>
            </a:xfrm>
            <a:prstGeom prst="bentUpArrow">
              <a:avLst>
                <a:gd name="adj1" fmla="val 10832"/>
                <a:gd name="adj2" fmla="val 11132"/>
                <a:gd name="adj3" fmla="val 18289"/>
              </a:avLst>
            </a:prstGeom>
            <a:solidFill>
              <a:srgbClr val="FFC5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TextBox 25">
              <a:extLst>
                <a:ext uri="{FF2B5EF4-FFF2-40B4-BE49-F238E27FC236}">
                  <a16:creationId xmlns:a16="http://schemas.microsoft.com/office/drawing/2014/main" id="{743EC60F-D2D6-4D44-8E57-EEA7F6BE05AB}"/>
                </a:ext>
              </a:extLst>
            </p:cNvPr>
            <p:cNvSpPr txBox="1"/>
            <p:nvPr/>
          </p:nvSpPr>
          <p:spPr>
            <a:xfrm>
              <a:off x="6173971" y="3743389"/>
              <a:ext cx="4724199" cy="1323439"/>
            </a:xfrm>
            <a:prstGeom prst="rect">
              <a:avLst/>
            </a:prstGeom>
            <a:noFill/>
          </p:spPr>
          <p:txBody>
            <a:bodyPr wrap="square" lIns="91440" tIns="45720" rIns="91440" bIns="45720" rtlCol="0" anchor="t">
              <a:spAutoFit/>
            </a:bodyPr>
            <a:lstStyle/>
            <a:p>
              <a:pPr marL="342900" indent="-342900">
                <a:buAutoNum type="arabicPeriod"/>
              </a:pPr>
              <a:r>
                <a:rPr lang="en-US" sz="1600" dirty="0" err="1">
                  <a:latin typeface="Times New Roman"/>
                  <a:cs typeface="Times New Roman"/>
                </a:rPr>
                <a:t>Rà</a:t>
              </a:r>
              <a:r>
                <a:rPr lang="en-US" sz="1600" dirty="0">
                  <a:latin typeface="Times New Roman"/>
                  <a:cs typeface="Times New Roman"/>
                </a:rPr>
                <a:t> </a:t>
              </a:r>
              <a:r>
                <a:rPr lang="en-US" sz="1600" dirty="0" err="1">
                  <a:latin typeface="Times New Roman"/>
                  <a:cs typeface="Times New Roman"/>
                </a:rPr>
                <a:t>soát</a:t>
              </a:r>
              <a:r>
                <a:rPr lang="en-US" sz="1600" dirty="0">
                  <a:latin typeface="Times New Roman"/>
                  <a:cs typeface="Times New Roman"/>
                </a:rPr>
                <a:t>, </a:t>
              </a:r>
              <a:r>
                <a:rPr lang="en-US" sz="1600" dirty="0" err="1">
                  <a:latin typeface="Times New Roman"/>
                  <a:cs typeface="Times New Roman"/>
                </a:rPr>
                <a:t>tiêu</a:t>
              </a:r>
              <a:r>
                <a:rPr lang="en-US" sz="1600" dirty="0">
                  <a:latin typeface="Times New Roman"/>
                  <a:cs typeface="Times New Roman"/>
                </a:rPr>
                <a:t> </a:t>
              </a:r>
              <a:r>
                <a:rPr lang="en-US" sz="1600" dirty="0" err="1">
                  <a:latin typeface="Times New Roman"/>
                  <a:cs typeface="Times New Roman"/>
                </a:rPr>
                <a:t>chuẩn</a:t>
              </a:r>
              <a:r>
                <a:rPr lang="en-US" sz="1600" dirty="0">
                  <a:latin typeface="Times New Roman"/>
                  <a:cs typeface="Times New Roman"/>
                </a:rPr>
                <a:t> </a:t>
              </a:r>
              <a:r>
                <a:rPr lang="en-US" sz="1600" dirty="0" err="1">
                  <a:latin typeface="Times New Roman"/>
                  <a:cs typeface="Times New Roman"/>
                </a:rPr>
                <a:t>hóa</a:t>
              </a:r>
              <a:r>
                <a:rPr lang="en-US" sz="1600" dirty="0">
                  <a:latin typeface="Times New Roman"/>
                  <a:cs typeface="Times New Roman"/>
                </a:rPr>
                <a:t> </a:t>
              </a:r>
              <a:r>
                <a:rPr lang="en-US" sz="1600" dirty="0" err="1">
                  <a:latin typeface="Times New Roman"/>
                  <a:cs typeface="Times New Roman"/>
                </a:rPr>
                <a:t>dữ</a:t>
              </a:r>
              <a:r>
                <a:rPr lang="en-US" sz="1600" dirty="0">
                  <a:latin typeface="Times New Roman"/>
                  <a:cs typeface="Times New Roman"/>
                </a:rPr>
                <a:t> </a:t>
              </a:r>
              <a:r>
                <a:rPr lang="en-US" sz="1600" dirty="0" err="1">
                  <a:latin typeface="Times New Roman"/>
                  <a:cs typeface="Times New Roman"/>
                </a:rPr>
                <a:t>liệu</a:t>
              </a:r>
              <a:endParaRPr lang="en-US" sz="1600" dirty="0">
                <a:latin typeface="Times New Roman"/>
                <a:cs typeface="Times New Roman"/>
              </a:endParaRPr>
            </a:p>
            <a:p>
              <a:pPr marL="342900" indent="-342900">
                <a:buAutoNum type="arabicPeriod"/>
              </a:pPr>
              <a:r>
                <a:rPr lang="en-US" sz="1600" dirty="0" err="1">
                  <a:latin typeface="Times New Roman"/>
                  <a:cs typeface="Times New Roman"/>
                </a:rPr>
                <a:t>Hỗ</a:t>
              </a:r>
              <a:r>
                <a:rPr lang="en-US" sz="1600" dirty="0">
                  <a:latin typeface="Times New Roman"/>
                  <a:cs typeface="Times New Roman"/>
                </a:rPr>
                <a:t> </a:t>
              </a:r>
              <a:r>
                <a:rPr lang="en-US" sz="1600" dirty="0" err="1">
                  <a:latin typeface="Times New Roman"/>
                  <a:cs typeface="Times New Roman"/>
                </a:rPr>
                <a:t>trợ</a:t>
              </a:r>
              <a:r>
                <a:rPr lang="en-US" sz="1600" dirty="0">
                  <a:latin typeface="Times New Roman"/>
                  <a:cs typeface="Times New Roman"/>
                </a:rPr>
                <a:t> </a:t>
              </a:r>
              <a:r>
                <a:rPr lang="en-US" sz="1600" dirty="0" err="1">
                  <a:latin typeface="Times New Roman"/>
                  <a:cs typeface="Times New Roman"/>
                </a:rPr>
                <a:t>và</a:t>
              </a:r>
              <a:r>
                <a:rPr lang="en-US" sz="1600" dirty="0">
                  <a:latin typeface="Times New Roman"/>
                  <a:cs typeface="Times New Roman"/>
                </a:rPr>
                <a:t> </a:t>
              </a:r>
              <a:r>
                <a:rPr lang="en-US" sz="1600" dirty="0" err="1">
                  <a:latin typeface="Times New Roman"/>
                  <a:cs typeface="Times New Roman"/>
                </a:rPr>
                <a:t>phối</a:t>
              </a:r>
              <a:r>
                <a:rPr lang="en-US" sz="1600" dirty="0">
                  <a:latin typeface="Times New Roman"/>
                  <a:cs typeface="Times New Roman"/>
                </a:rPr>
                <a:t> </a:t>
              </a:r>
              <a:r>
                <a:rPr lang="en-US" sz="1600" dirty="0" err="1">
                  <a:latin typeface="Times New Roman"/>
                  <a:cs typeface="Times New Roman"/>
                </a:rPr>
                <a:t>hợp</a:t>
              </a:r>
              <a:r>
                <a:rPr lang="en-US" sz="1600" dirty="0">
                  <a:latin typeface="Times New Roman"/>
                  <a:cs typeface="Times New Roman"/>
                </a:rPr>
                <a:t> </a:t>
              </a:r>
              <a:r>
                <a:rPr lang="en-US" sz="1600" dirty="0" err="1">
                  <a:latin typeface="Times New Roman"/>
                  <a:cs typeface="Times New Roman"/>
                </a:rPr>
                <a:t>nâng</a:t>
              </a:r>
              <a:r>
                <a:rPr lang="en-US" sz="1600" dirty="0">
                  <a:latin typeface="Times New Roman"/>
                  <a:cs typeface="Times New Roman"/>
                </a:rPr>
                <a:t> </a:t>
              </a:r>
              <a:r>
                <a:rPr lang="en-US" sz="1600" dirty="0" err="1">
                  <a:latin typeface="Times New Roman"/>
                  <a:cs typeface="Times New Roman"/>
                </a:rPr>
                <a:t>cấp</a:t>
              </a:r>
              <a:r>
                <a:rPr lang="en-US" sz="1600" dirty="0">
                  <a:latin typeface="Times New Roman"/>
                  <a:cs typeface="Times New Roman"/>
                </a:rPr>
                <a:t> </a:t>
              </a:r>
              <a:r>
                <a:rPr lang="en-US" sz="1600" dirty="0" err="1">
                  <a:latin typeface="Times New Roman"/>
                  <a:cs typeface="Times New Roman"/>
                </a:rPr>
                <a:t>bảo</a:t>
              </a:r>
              <a:r>
                <a:rPr lang="en-US" sz="1600" dirty="0">
                  <a:latin typeface="Times New Roman"/>
                  <a:cs typeface="Times New Roman"/>
                </a:rPr>
                <a:t> </a:t>
              </a:r>
              <a:r>
                <a:rPr lang="en-US" sz="1600" dirty="0" err="1">
                  <a:latin typeface="Times New Roman"/>
                  <a:cs typeface="Times New Roman"/>
                </a:rPr>
                <a:t>mật</a:t>
              </a:r>
              <a:r>
                <a:rPr lang="en-US" sz="1600" dirty="0">
                  <a:latin typeface="Times New Roman"/>
                  <a:cs typeface="Times New Roman"/>
                </a:rPr>
                <a:t> (TISAX)</a:t>
              </a:r>
            </a:p>
            <a:p>
              <a:pPr marL="342900" indent="-342900">
                <a:buAutoNum type="arabicPeriod"/>
              </a:pPr>
              <a:r>
                <a:rPr lang="en-US" sz="1600" dirty="0" err="1">
                  <a:latin typeface="Times New Roman"/>
                  <a:cs typeface="Times New Roman"/>
                </a:rPr>
                <a:t>Triển</a:t>
              </a:r>
              <a:r>
                <a:rPr lang="en-US" sz="1600" dirty="0">
                  <a:latin typeface="Times New Roman"/>
                  <a:cs typeface="Times New Roman"/>
                </a:rPr>
                <a:t> </a:t>
              </a:r>
              <a:r>
                <a:rPr lang="en-US" sz="1600" dirty="0" err="1">
                  <a:latin typeface="Times New Roman"/>
                  <a:cs typeface="Times New Roman"/>
                </a:rPr>
                <a:t>khai</a:t>
              </a:r>
              <a:r>
                <a:rPr lang="en-US" sz="1600" dirty="0">
                  <a:latin typeface="Times New Roman"/>
                  <a:cs typeface="Times New Roman"/>
                </a:rPr>
                <a:t> AI </a:t>
              </a:r>
              <a:r>
                <a:rPr lang="en-US" sz="1600" dirty="0" err="1">
                  <a:latin typeface="Times New Roman"/>
                  <a:cs typeface="Times New Roman"/>
                </a:rPr>
                <a:t>thí</a:t>
              </a:r>
              <a:r>
                <a:rPr lang="en-US" sz="1600" dirty="0">
                  <a:latin typeface="Times New Roman"/>
                  <a:cs typeface="Times New Roman"/>
                </a:rPr>
                <a:t> </a:t>
              </a:r>
              <a:r>
                <a:rPr lang="en-US" sz="1600" dirty="0" err="1">
                  <a:latin typeface="Times New Roman"/>
                  <a:cs typeface="Times New Roman"/>
                </a:rPr>
                <a:t>điểm</a:t>
              </a:r>
              <a:endParaRPr lang="en-US" sz="1600" dirty="0">
                <a:latin typeface="Times New Roman"/>
                <a:cs typeface="Times New Roman"/>
              </a:endParaRPr>
            </a:p>
            <a:p>
              <a:pPr marL="342900" indent="-342900">
                <a:buAutoNum type="arabicPeriod"/>
              </a:pPr>
              <a:r>
                <a:rPr lang="en-US" sz="1600" dirty="0" err="1">
                  <a:latin typeface="Times New Roman"/>
                  <a:cs typeface="Times New Roman"/>
                </a:rPr>
                <a:t>Hoàn</a:t>
              </a:r>
              <a:r>
                <a:rPr lang="en-US" sz="1600" dirty="0">
                  <a:latin typeface="Times New Roman"/>
                  <a:cs typeface="Times New Roman"/>
                </a:rPr>
                <a:t> </a:t>
              </a:r>
              <a:r>
                <a:rPr lang="en-US" sz="1600" dirty="0" err="1">
                  <a:latin typeface="Times New Roman"/>
                  <a:cs typeface="Times New Roman"/>
                </a:rPr>
                <a:t>thiện</a:t>
              </a:r>
              <a:r>
                <a:rPr lang="en-US" sz="1600" dirty="0">
                  <a:latin typeface="Times New Roman"/>
                  <a:cs typeface="Times New Roman"/>
                </a:rPr>
                <a:t> </a:t>
              </a:r>
              <a:r>
                <a:rPr lang="en-US" sz="1600" dirty="0" err="1">
                  <a:latin typeface="Times New Roman"/>
                  <a:cs typeface="Times New Roman"/>
                </a:rPr>
                <a:t>quy</a:t>
              </a:r>
              <a:r>
                <a:rPr lang="en-US" sz="1600" dirty="0">
                  <a:latin typeface="Times New Roman"/>
                  <a:cs typeface="Times New Roman"/>
                </a:rPr>
                <a:t> </a:t>
              </a:r>
              <a:r>
                <a:rPr lang="en-US" sz="1600" dirty="0" err="1">
                  <a:latin typeface="Times New Roman"/>
                  <a:cs typeface="Times New Roman"/>
                </a:rPr>
                <a:t>trình</a:t>
              </a:r>
              <a:r>
                <a:rPr lang="en-US" sz="1600" dirty="0">
                  <a:latin typeface="Times New Roman"/>
                  <a:cs typeface="Times New Roman"/>
                </a:rPr>
                <a:t> RPA</a:t>
              </a:r>
            </a:p>
            <a:p>
              <a:pPr marL="342900" indent="-342900">
                <a:buAutoNum type="arabicPeriod"/>
              </a:pPr>
              <a:r>
                <a:rPr lang="en-US" sz="1600" dirty="0" err="1">
                  <a:latin typeface="Times New Roman"/>
                  <a:cs typeface="Times New Roman"/>
                </a:rPr>
                <a:t>Quy</a:t>
              </a:r>
              <a:r>
                <a:rPr lang="en-US" sz="1600" dirty="0">
                  <a:latin typeface="Times New Roman"/>
                  <a:cs typeface="Times New Roman"/>
                </a:rPr>
                <a:t> </a:t>
              </a:r>
              <a:r>
                <a:rPr lang="en-US" sz="1600" dirty="0" err="1">
                  <a:latin typeface="Times New Roman"/>
                  <a:cs typeface="Times New Roman"/>
                </a:rPr>
                <a:t>hoạch</a:t>
              </a:r>
              <a:r>
                <a:rPr lang="en-US" sz="1600" dirty="0">
                  <a:latin typeface="Times New Roman"/>
                  <a:cs typeface="Times New Roman"/>
                </a:rPr>
                <a:t> </a:t>
              </a:r>
              <a:r>
                <a:rPr lang="en-US" sz="1600" dirty="0" err="1">
                  <a:latin typeface="Times New Roman"/>
                  <a:cs typeface="Times New Roman"/>
                </a:rPr>
                <a:t>kiến</a:t>
              </a:r>
              <a:r>
                <a:rPr lang="en-US" sz="1600" dirty="0">
                  <a:latin typeface="Times New Roman"/>
                  <a:cs typeface="Times New Roman"/>
                </a:rPr>
                <a:t> </a:t>
              </a:r>
              <a:r>
                <a:rPr lang="en-US" sz="1600" dirty="0" err="1">
                  <a:latin typeface="Times New Roman"/>
                  <a:cs typeface="Times New Roman"/>
                </a:rPr>
                <a:t>trúc</a:t>
              </a:r>
              <a:r>
                <a:rPr lang="en-US" sz="1600" dirty="0">
                  <a:latin typeface="Times New Roman"/>
                  <a:cs typeface="Times New Roman"/>
                </a:rPr>
                <a:t> SAP/ MES/ IoT</a:t>
              </a:r>
            </a:p>
          </p:txBody>
        </p:sp>
        <p:sp>
          <p:nvSpPr>
            <p:cNvPr id="27" name="Rectangle: Rounded Corners 26">
              <a:extLst>
                <a:ext uri="{FF2B5EF4-FFF2-40B4-BE49-F238E27FC236}">
                  <a16:creationId xmlns:a16="http://schemas.microsoft.com/office/drawing/2014/main" id="{7FC82839-9AA9-4828-B606-C4D4716B76AF}"/>
                </a:ext>
              </a:extLst>
            </p:cNvPr>
            <p:cNvSpPr/>
            <p:nvPr/>
          </p:nvSpPr>
          <p:spPr>
            <a:xfrm>
              <a:off x="9287905" y="2274973"/>
              <a:ext cx="2501153" cy="10978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b="1">
                  <a:latin typeface="Times New Roman" panose="02020603050405020304" pitchFamily="18" charset="0"/>
                  <a:cs typeface="Times New Roman" panose="02020603050405020304" pitchFamily="18" charset="0"/>
                </a:rPr>
                <a:t>SẴN SÀNG CHUYỂN ĐỔI SỐ TOÀN CÔNG TY</a:t>
              </a:r>
            </a:p>
          </p:txBody>
        </p:sp>
        <p:grpSp>
          <p:nvGrpSpPr>
            <p:cNvPr id="29" name="Group 28">
              <a:extLst>
                <a:ext uri="{FF2B5EF4-FFF2-40B4-BE49-F238E27FC236}">
                  <a16:creationId xmlns:a16="http://schemas.microsoft.com/office/drawing/2014/main" id="{5F2C0D47-017F-49B0-BE71-4D82D3283ABB}"/>
                </a:ext>
              </a:extLst>
            </p:cNvPr>
            <p:cNvGrpSpPr/>
            <p:nvPr/>
          </p:nvGrpSpPr>
          <p:grpSpPr>
            <a:xfrm>
              <a:off x="1249397" y="1488852"/>
              <a:ext cx="5241521" cy="729912"/>
              <a:chOff x="1707775" y="1946052"/>
              <a:chExt cx="4867837" cy="729912"/>
            </a:xfrm>
          </p:grpSpPr>
          <p:sp>
            <p:nvSpPr>
              <p:cNvPr id="20" name="Arrow: Bent-Up 19">
                <a:extLst>
                  <a:ext uri="{FF2B5EF4-FFF2-40B4-BE49-F238E27FC236}">
                    <a16:creationId xmlns:a16="http://schemas.microsoft.com/office/drawing/2014/main" id="{E9C6DC72-42ED-4170-ADC2-5BA440193A1C}"/>
                  </a:ext>
                </a:extLst>
              </p:cNvPr>
              <p:cNvSpPr/>
              <p:nvPr/>
            </p:nvSpPr>
            <p:spPr>
              <a:xfrm flipV="1">
                <a:off x="1828800" y="1946052"/>
                <a:ext cx="4746812" cy="729912"/>
              </a:xfrm>
              <a:prstGeom prst="bentUp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0E5A963-9F0E-4F74-9F80-AD793185DF6E}"/>
                  </a:ext>
                </a:extLst>
              </p:cNvPr>
              <p:cNvSpPr/>
              <p:nvPr/>
            </p:nvSpPr>
            <p:spPr>
              <a:xfrm flipH="1">
                <a:off x="1707775" y="1946052"/>
                <a:ext cx="194165" cy="43407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5BC3B744-6D47-405D-9992-3CE38884BAAC}"/>
                </a:ext>
              </a:extLst>
            </p:cNvPr>
            <p:cNvGrpSpPr/>
            <p:nvPr/>
          </p:nvGrpSpPr>
          <p:grpSpPr>
            <a:xfrm>
              <a:off x="1249396" y="5154550"/>
              <a:ext cx="5241521" cy="859631"/>
              <a:chOff x="1139926" y="5611750"/>
              <a:chExt cx="5435686" cy="859631"/>
            </a:xfrm>
          </p:grpSpPr>
          <p:sp>
            <p:nvSpPr>
              <p:cNvPr id="23" name="Arrow: Bent-Up 22">
                <a:extLst>
                  <a:ext uri="{FF2B5EF4-FFF2-40B4-BE49-F238E27FC236}">
                    <a16:creationId xmlns:a16="http://schemas.microsoft.com/office/drawing/2014/main" id="{56B82E4A-4A08-4D69-892D-CB26BB83063C}"/>
                  </a:ext>
                </a:extLst>
              </p:cNvPr>
              <p:cNvSpPr/>
              <p:nvPr/>
            </p:nvSpPr>
            <p:spPr>
              <a:xfrm>
                <a:off x="1139926" y="5611750"/>
                <a:ext cx="5435686" cy="859631"/>
              </a:xfrm>
              <a:prstGeom prst="bentUpArrow">
                <a:avLst>
                  <a:gd name="adj1" fmla="val 23436"/>
                  <a:gd name="adj2" fmla="val 20307"/>
                  <a:gd name="adj3" fmla="val 29693"/>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2B5F49-B15C-4765-8010-0A03DFFC3EB8}"/>
                  </a:ext>
                </a:extLst>
              </p:cNvPr>
              <p:cNvSpPr/>
              <p:nvPr/>
            </p:nvSpPr>
            <p:spPr>
              <a:xfrm flipH="1">
                <a:off x="1139926" y="6035476"/>
                <a:ext cx="194165" cy="434076"/>
              </a:xfrm>
              <a:prstGeom prst="rect">
                <a:avLst/>
              </a:prstGeom>
              <a:solidFill>
                <a:srgbClr val="FEA3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6" name="Picture 35">
              <a:extLst>
                <a:ext uri="{FF2B5EF4-FFF2-40B4-BE49-F238E27FC236}">
                  <a16:creationId xmlns:a16="http://schemas.microsoft.com/office/drawing/2014/main" id="{357F0EC7-734C-451E-AB09-3687B45514A4}"/>
                </a:ext>
              </a:extLst>
            </p:cNvPr>
            <p:cNvPicPr>
              <a:picLocks noChangeAspect="1"/>
            </p:cNvPicPr>
            <p:nvPr/>
          </p:nvPicPr>
          <p:blipFill>
            <a:blip r:embed="rId3"/>
            <a:stretch>
              <a:fillRect/>
            </a:stretch>
          </p:blipFill>
          <p:spPr>
            <a:xfrm>
              <a:off x="1025319" y="2129119"/>
              <a:ext cx="657225" cy="581025"/>
            </a:xfrm>
            <a:prstGeom prst="rect">
              <a:avLst/>
            </a:prstGeom>
          </p:spPr>
        </p:pic>
        <p:pic>
          <p:nvPicPr>
            <p:cNvPr id="37" name="Picture 36">
              <a:extLst>
                <a:ext uri="{FF2B5EF4-FFF2-40B4-BE49-F238E27FC236}">
                  <a16:creationId xmlns:a16="http://schemas.microsoft.com/office/drawing/2014/main" id="{43FAFD18-A502-4A00-9140-3814692A5EA8}"/>
                </a:ext>
              </a:extLst>
            </p:cNvPr>
            <p:cNvPicPr>
              <a:picLocks noChangeAspect="1"/>
            </p:cNvPicPr>
            <p:nvPr/>
          </p:nvPicPr>
          <p:blipFill>
            <a:blip r:embed="rId4"/>
            <a:stretch>
              <a:fillRect/>
            </a:stretch>
          </p:blipFill>
          <p:spPr>
            <a:xfrm>
              <a:off x="2809799" y="2158154"/>
              <a:ext cx="695325" cy="600075"/>
            </a:xfrm>
            <a:prstGeom prst="rect">
              <a:avLst/>
            </a:prstGeom>
          </p:spPr>
        </p:pic>
        <p:pic>
          <p:nvPicPr>
            <p:cNvPr id="38" name="Picture 37">
              <a:extLst>
                <a:ext uri="{FF2B5EF4-FFF2-40B4-BE49-F238E27FC236}">
                  <a16:creationId xmlns:a16="http://schemas.microsoft.com/office/drawing/2014/main" id="{C4FB7E2F-9913-401A-916A-F86F035AC2D8}"/>
                </a:ext>
              </a:extLst>
            </p:cNvPr>
            <p:cNvPicPr>
              <a:picLocks noChangeAspect="1"/>
            </p:cNvPicPr>
            <p:nvPr/>
          </p:nvPicPr>
          <p:blipFill>
            <a:blip r:embed="rId5">
              <a:duotone>
                <a:schemeClr val="accent2">
                  <a:shade val="45000"/>
                  <a:satMod val="135000"/>
                </a:schemeClr>
                <a:prstClr val="white"/>
              </a:duotone>
            </a:blip>
            <a:stretch>
              <a:fillRect/>
            </a:stretch>
          </p:blipFill>
          <p:spPr>
            <a:xfrm>
              <a:off x="943921" y="3988150"/>
              <a:ext cx="704850" cy="657225"/>
            </a:xfrm>
            <a:prstGeom prst="rect">
              <a:avLst/>
            </a:prstGeom>
          </p:spPr>
        </p:pic>
        <p:pic>
          <p:nvPicPr>
            <p:cNvPr id="39" name="Picture 38">
              <a:extLst>
                <a:ext uri="{FF2B5EF4-FFF2-40B4-BE49-F238E27FC236}">
                  <a16:creationId xmlns:a16="http://schemas.microsoft.com/office/drawing/2014/main" id="{51DCA27F-C224-428C-8C4B-8A2F2D6EA61F}"/>
                </a:ext>
              </a:extLst>
            </p:cNvPr>
            <p:cNvPicPr>
              <a:picLocks noChangeAspect="1"/>
            </p:cNvPicPr>
            <p:nvPr/>
          </p:nvPicPr>
          <p:blipFill>
            <a:blip r:embed="rId6"/>
            <a:stretch>
              <a:fillRect/>
            </a:stretch>
          </p:blipFill>
          <p:spPr>
            <a:xfrm>
              <a:off x="2849905" y="4039625"/>
              <a:ext cx="552450" cy="552450"/>
            </a:xfrm>
            <a:prstGeom prst="rect">
              <a:avLst/>
            </a:prstGeom>
          </p:spPr>
        </p:pic>
      </p:grpSp>
      <p:sp>
        <p:nvSpPr>
          <p:cNvPr id="41" name="TextBox 40">
            <a:extLst>
              <a:ext uri="{FF2B5EF4-FFF2-40B4-BE49-F238E27FC236}">
                <a16:creationId xmlns:a16="http://schemas.microsoft.com/office/drawing/2014/main" id="{8CC4AC38-6E33-4FE9-8F2E-4BFB9E3216FE}"/>
              </a:ext>
            </a:extLst>
          </p:cNvPr>
          <p:cNvSpPr txBox="1"/>
          <p:nvPr/>
        </p:nvSpPr>
        <p:spPr>
          <a:xfrm>
            <a:off x="530335" y="2770873"/>
            <a:ext cx="1695272" cy="369332"/>
          </a:xfrm>
          <a:prstGeom prst="rect">
            <a:avLst/>
          </a:prstGeom>
          <a:noFill/>
        </p:spPr>
        <p:txBody>
          <a:bodyPr wrap="square" rtlCol="0">
            <a:spAutoFit/>
          </a:bodyPr>
          <a:lstStyle/>
          <a:p>
            <a:pPr algn="ctr"/>
            <a:r>
              <a:rPr lang="en-US" b="1">
                <a:latin typeface="Times New Roman" panose="02020603050405020304" pitchFamily="18" charset="0"/>
                <a:cs typeface="Times New Roman" panose="02020603050405020304" pitchFamily="18" charset="0"/>
              </a:rPr>
              <a:t>S: ƯU THẾ</a:t>
            </a:r>
          </a:p>
        </p:txBody>
      </p:sp>
      <p:sp>
        <p:nvSpPr>
          <p:cNvPr id="42" name="TextBox 41">
            <a:extLst>
              <a:ext uri="{FF2B5EF4-FFF2-40B4-BE49-F238E27FC236}">
                <a16:creationId xmlns:a16="http://schemas.microsoft.com/office/drawing/2014/main" id="{6D4254A3-345F-462E-9C07-CD94F5E55586}"/>
              </a:ext>
            </a:extLst>
          </p:cNvPr>
          <p:cNvSpPr txBox="1"/>
          <p:nvPr/>
        </p:nvSpPr>
        <p:spPr>
          <a:xfrm>
            <a:off x="530335" y="3076562"/>
            <a:ext cx="1779494" cy="584775"/>
          </a:xfrm>
          <a:prstGeom prst="rect">
            <a:avLst/>
          </a:prstGeom>
          <a:noFill/>
        </p:spPr>
        <p:txBody>
          <a:bodyPr wrap="square" rtlCol="0">
            <a:spAutoFit/>
          </a:bodyPr>
          <a:lstStyle/>
          <a:p>
            <a:pPr algn="ctr"/>
            <a:r>
              <a:rPr lang="en-US" sz="1600" err="1">
                <a:latin typeface="Times New Roman" panose="02020603050405020304" pitchFamily="18" charset="0"/>
                <a:cs typeface="Times New Roman" panose="02020603050405020304" pitchFamily="18" charset="0"/>
              </a:rPr>
              <a:t>Nền</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tảng</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vững</a:t>
            </a:r>
            <a:r>
              <a:rPr lang="en-US" sz="1600">
                <a:latin typeface="Times New Roman" panose="02020603050405020304" pitchFamily="18" charset="0"/>
                <a:cs typeface="Times New Roman" panose="02020603050405020304" pitchFamily="18" charset="0"/>
              </a:rPr>
              <a:t>,</a:t>
            </a:r>
          </a:p>
          <a:p>
            <a:pPr algn="ctr"/>
            <a:r>
              <a:rPr lang="en-US" sz="1600">
                <a:latin typeface="Times New Roman" panose="02020603050405020304" pitchFamily="18" charset="0"/>
                <a:cs typeface="Times New Roman" panose="02020603050405020304" pitchFamily="18" charset="0"/>
              </a:rPr>
              <a:t>RPA, ISO27001</a:t>
            </a:r>
          </a:p>
        </p:txBody>
      </p:sp>
      <p:sp>
        <p:nvSpPr>
          <p:cNvPr id="43" name="TextBox 42">
            <a:extLst>
              <a:ext uri="{FF2B5EF4-FFF2-40B4-BE49-F238E27FC236}">
                <a16:creationId xmlns:a16="http://schemas.microsoft.com/office/drawing/2014/main" id="{163179B0-B8D3-4A33-B1F0-ED407E107F08}"/>
              </a:ext>
            </a:extLst>
          </p:cNvPr>
          <p:cNvSpPr txBox="1"/>
          <p:nvPr/>
        </p:nvSpPr>
        <p:spPr>
          <a:xfrm>
            <a:off x="2309829" y="2770873"/>
            <a:ext cx="1695272" cy="369332"/>
          </a:xfrm>
          <a:prstGeom prst="rect">
            <a:avLst/>
          </a:prstGeom>
          <a:noFill/>
        </p:spPr>
        <p:txBody>
          <a:bodyPr wrap="square" rtlCol="0">
            <a:spAutoFit/>
          </a:bodyPr>
          <a:lstStyle/>
          <a:p>
            <a:pPr algn="ctr"/>
            <a:r>
              <a:rPr lang="en-US" b="1">
                <a:latin typeface="Times New Roman" panose="02020603050405020304" pitchFamily="18" charset="0"/>
                <a:cs typeface="Times New Roman" panose="02020603050405020304" pitchFamily="18" charset="0"/>
              </a:rPr>
              <a:t>O: C</a:t>
            </a:r>
            <a:r>
              <a:rPr lang="vi-VN" b="1">
                <a:latin typeface="Times New Roman" panose="02020603050405020304" pitchFamily="18" charset="0"/>
                <a:cs typeface="Times New Roman" panose="02020603050405020304" pitchFamily="18" charset="0"/>
              </a:rPr>
              <a:t>Ơ</a:t>
            </a:r>
            <a:r>
              <a:rPr lang="en-US" b="1">
                <a:latin typeface="Times New Roman" panose="02020603050405020304" pitchFamily="18" charset="0"/>
                <a:cs typeface="Times New Roman" panose="02020603050405020304" pitchFamily="18" charset="0"/>
              </a:rPr>
              <a:t> HỘI</a:t>
            </a:r>
          </a:p>
        </p:txBody>
      </p:sp>
      <p:sp>
        <p:nvSpPr>
          <p:cNvPr id="44" name="TextBox 43">
            <a:extLst>
              <a:ext uri="{FF2B5EF4-FFF2-40B4-BE49-F238E27FC236}">
                <a16:creationId xmlns:a16="http://schemas.microsoft.com/office/drawing/2014/main" id="{FCF4EB23-84A8-490E-9740-DB55306AA03B}"/>
              </a:ext>
            </a:extLst>
          </p:cNvPr>
          <p:cNvSpPr txBox="1"/>
          <p:nvPr/>
        </p:nvSpPr>
        <p:spPr>
          <a:xfrm>
            <a:off x="2309826" y="3076562"/>
            <a:ext cx="1695272" cy="584775"/>
          </a:xfrm>
          <a:prstGeom prst="rect">
            <a:avLst/>
          </a:prstGeom>
          <a:noFill/>
        </p:spPr>
        <p:txBody>
          <a:bodyPr wrap="square" rtlCol="0">
            <a:spAutoFit/>
          </a:bodyPr>
          <a:lstStyle/>
          <a:p>
            <a:pPr algn="ctr"/>
            <a:r>
              <a:rPr lang="en-US" sz="1600">
                <a:latin typeface="Times New Roman" panose="02020603050405020304" pitchFamily="18" charset="0"/>
                <a:cs typeface="Times New Roman" panose="02020603050405020304" pitchFamily="18" charset="0"/>
              </a:rPr>
              <a:t>SAP-MES, ESG &amp; AI</a:t>
            </a:r>
          </a:p>
        </p:txBody>
      </p:sp>
      <p:sp>
        <p:nvSpPr>
          <p:cNvPr id="45" name="TextBox 44">
            <a:extLst>
              <a:ext uri="{FF2B5EF4-FFF2-40B4-BE49-F238E27FC236}">
                <a16:creationId xmlns:a16="http://schemas.microsoft.com/office/drawing/2014/main" id="{8A4F9557-695D-4C27-9CE5-6C14951A3EC2}"/>
              </a:ext>
            </a:extLst>
          </p:cNvPr>
          <p:cNvSpPr txBox="1"/>
          <p:nvPr/>
        </p:nvSpPr>
        <p:spPr>
          <a:xfrm>
            <a:off x="572449" y="4674364"/>
            <a:ext cx="1695272" cy="338554"/>
          </a:xfrm>
          <a:prstGeom prst="rect">
            <a:avLst/>
          </a:prstGeom>
          <a:noFill/>
        </p:spPr>
        <p:txBody>
          <a:bodyPr wrap="square" rtlCol="0">
            <a:spAutoFit/>
          </a:bodyPr>
          <a:lstStyle/>
          <a:p>
            <a:pPr algn="ctr"/>
            <a:r>
              <a:rPr lang="en-US" sz="1600" b="1">
                <a:latin typeface="Times New Roman" panose="02020603050405020304" pitchFamily="18" charset="0"/>
                <a:cs typeface="Times New Roman" panose="02020603050405020304" pitchFamily="18" charset="0"/>
              </a:rPr>
              <a:t>W: Nh</a:t>
            </a:r>
            <a:r>
              <a:rPr lang="vi-VN" sz="1600" b="1">
                <a:latin typeface="Times New Roman" panose="02020603050405020304" pitchFamily="18" charset="0"/>
                <a:cs typeface="Times New Roman" panose="02020603050405020304" pitchFamily="18" charset="0"/>
              </a:rPr>
              <a:t>ư</a:t>
            </a:r>
            <a:r>
              <a:rPr lang="en-US" sz="1600" b="1">
                <a:latin typeface="Times New Roman" panose="02020603050405020304" pitchFamily="18" charset="0"/>
                <a:cs typeface="Times New Roman" panose="02020603050405020304" pitchFamily="18" charset="0"/>
              </a:rPr>
              <a:t>ợc điểm</a:t>
            </a:r>
          </a:p>
        </p:txBody>
      </p:sp>
      <p:sp>
        <p:nvSpPr>
          <p:cNvPr id="46" name="TextBox 45">
            <a:extLst>
              <a:ext uri="{FF2B5EF4-FFF2-40B4-BE49-F238E27FC236}">
                <a16:creationId xmlns:a16="http://schemas.microsoft.com/office/drawing/2014/main" id="{ECE264C2-A79A-47C2-80D5-3D45B63EE905}"/>
              </a:ext>
            </a:extLst>
          </p:cNvPr>
          <p:cNvSpPr txBox="1"/>
          <p:nvPr/>
        </p:nvSpPr>
        <p:spPr>
          <a:xfrm>
            <a:off x="572446" y="4980053"/>
            <a:ext cx="1695272" cy="553998"/>
          </a:xfrm>
          <a:prstGeom prst="rect">
            <a:avLst/>
          </a:prstGeom>
          <a:noFill/>
        </p:spPr>
        <p:txBody>
          <a:bodyPr wrap="square" rtlCol="0">
            <a:spAutoFit/>
          </a:bodyPr>
          <a:lstStyle/>
          <a:p>
            <a:pPr algn="ctr"/>
            <a:r>
              <a:rPr lang="en-US" sz="1500" err="1">
                <a:latin typeface="Times New Roman" panose="02020603050405020304" pitchFamily="18" charset="0"/>
                <a:cs typeface="Times New Roman" panose="02020603050405020304" pitchFamily="18" charset="0"/>
              </a:rPr>
              <a:t>Thiếu</a:t>
            </a:r>
            <a:r>
              <a:rPr lang="en-US" sz="1500">
                <a:latin typeface="Times New Roman" panose="02020603050405020304" pitchFamily="18" charset="0"/>
                <a:cs typeface="Times New Roman" panose="02020603050405020304" pitchFamily="18" charset="0"/>
              </a:rPr>
              <a:t> ng</a:t>
            </a:r>
            <a:r>
              <a:rPr lang="vi-VN" sz="1500">
                <a:latin typeface="Times New Roman" panose="02020603050405020304" pitchFamily="18" charset="0"/>
                <a:cs typeface="Times New Roman" panose="02020603050405020304" pitchFamily="18" charset="0"/>
              </a:rPr>
              <a:t>ư</a:t>
            </a:r>
            <a:r>
              <a:rPr lang="en-US" sz="1500" err="1">
                <a:latin typeface="Times New Roman" panose="02020603050405020304" pitchFamily="18" charset="0"/>
                <a:cs typeface="Times New Roman" panose="02020603050405020304" pitchFamily="18" charset="0"/>
              </a:rPr>
              <a:t>ời,hệ</a:t>
            </a:r>
            <a:r>
              <a:rPr lang="en-US" sz="1500">
                <a:latin typeface="Times New Roman" panose="02020603050405020304" pitchFamily="18" charset="0"/>
                <a:cs typeface="Times New Roman" panose="02020603050405020304" pitchFamily="18" charset="0"/>
              </a:rPr>
              <a:t> </a:t>
            </a:r>
            <a:r>
              <a:rPr lang="en-US" sz="1500" err="1">
                <a:latin typeface="Times New Roman" panose="02020603050405020304" pitchFamily="18" charset="0"/>
                <a:cs typeface="Times New Roman" panose="02020603050405020304" pitchFamily="18" charset="0"/>
              </a:rPr>
              <a:t>thống</a:t>
            </a:r>
            <a:r>
              <a:rPr lang="en-US" sz="1500">
                <a:latin typeface="Times New Roman" panose="02020603050405020304" pitchFamily="18" charset="0"/>
                <a:cs typeface="Times New Roman" panose="02020603050405020304" pitchFamily="18" charset="0"/>
              </a:rPr>
              <a:t> </a:t>
            </a:r>
            <a:r>
              <a:rPr lang="en-US" sz="1500" err="1">
                <a:latin typeface="Times New Roman" panose="02020603050405020304" pitchFamily="18" charset="0"/>
                <a:cs typeface="Times New Roman" panose="02020603050405020304" pitchFamily="18" charset="0"/>
              </a:rPr>
              <a:t>cũ</a:t>
            </a:r>
            <a:r>
              <a:rPr lang="en-US" sz="1500">
                <a:latin typeface="Times New Roman" panose="02020603050405020304" pitchFamily="18" charset="0"/>
                <a:cs typeface="Times New Roman" panose="02020603050405020304" pitchFamily="18" charset="0"/>
              </a:rPr>
              <a:t> (Legacy)</a:t>
            </a:r>
          </a:p>
        </p:txBody>
      </p:sp>
      <p:sp>
        <p:nvSpPr>
          <p:cNvPr id="47" name="TextBox 46">
            <a:extLst>
              <a:ext uri="{FF2B5EF4-FFF2-40B4-BE49-F238E27FC236}">
                <a16:creationId xmlns:a16="http://schemas.microsoft.com/office/drawing/2014/main" id="{E9F0064E-267E-48D7-BDC7-3B3641C3DF86}"/>
              </a:ext>
            </a:extLst>
          </p:cNvPr>
          <p:cNvSpPr txBox="1"/>
          <p:nvPr/>
        </p:nvSpPr>
        <p:spPr>
          <a:xfrm>
            <a:off x="2309829" y="4674364"/>
            <a:ext cx="1695272" cy="307777"/>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T: THÁCH THỨC</a:t>
            </a:r>
          </a:p>
        </p:txBody>
      </p:sp>
      <p:sp>
        <p:nvSpPr>
          <p:cNvPr id="48" name="TextBox 47">
            <a:extLst>
              <a:ext uri="{FF2B5EF4-FFF2-40B4-BE49-F238E27FC236}">
                <a16:creationId xmlns:a16="http://schemas.microsoft.com/office/drawing/2014/main" id="{E7797E6C-FAC0-4605-BDD9-53E6B900E535}"/>
              </a:ext>
            </a:extLst>
          </p:cNvPr>
          <p:cNvSpPr txBox="1"/>
          <p:nvPr/>
        </p:nvSpPr>
        <p:spPr>
          <a:xfrm>
            <a:off x="2309826" y="4980053"/>
            <a:ext cx="1695272" cy="584775"/>
          </a:xfrm>
          <a:prstGeom prst="rect">
            <a:avLst/>
          </a:prstGeom>
          <a:noFill/>
        </p:spPr>
        <p:txBody>
          <a:bodyPr wrap="square" rtlCol="0">
            <a:spAutoFit/>
          </a:bodyPr>
          <a:lstStyle/>
          <a:p>
            <a:pPr algn="ctr"/>
            <a:r>
              <a:rPr lang="en-US" sz="1600">
                <a:latin typeface="Times New Roman" panose="02020603050405020304" pitchFamily="18" charset="0"/>
                <a:cs typeface="Times New Roman" panose="02020603050405020304" pitchFamily="18" charset="0"/>
              </a:rPr>
              <a:t>TISAX,</a:t>
            </a:r>
            <a:br>
              <a:rPr lang="en-US" sz="1600">
                <a:latin typeface="Times New Roman" panose="02020603050405020304" pitchFamily="18" charset="0"/>
                <a:cs typeface="Times New Roman" panose="02020603050405020304" pitchFamily="18" charset="0"/>
              </a:rPr>
            </a:br>
            <a:r>
              <a:rPr lang="en-US" sz="1600">
                <a:latin typeface="Times New Roman" panose="02020603050405020304" pitchFamily="18" charset="0"/>
                <a:cs typeface="Times New Roman" panose="02020603050405020304" pitchFamily="18" charset="0"/>
              </a:rPr>
              <a:t>An ninh mạng</a:t>
            </a:r>
          </a:p>
        </p:txBody>
      </p:sp>
    </p:spTree>
    <p:extLst>
      <p:ext uri="{BB962C8B-B14F-4D97-AF65-F5344CB8AC3E}">
        <p14:creationId xmlns:p14="http://schemas.microsoft.com/office/powerpoint/2010/main" val="1289348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572F89-7585-4AA3-B2FA-2A1BB7BEFF63}"/>
              </a:ext>
            </a:extLst>
          </p:cNvPr>
          <p:cNvSpPr txBox="1"/>
          <p:nvPr/>
        </p:nvSpPr>
        <p:spPr>
          <a:xfrm>
            <a:off x="2152473" y="2875002"/>
            <a:ext cx="7887054" cy="1107996"/>
          </a:xfrm>
          <a:prstGeom prst="rect">
            <a:avLst/>
          </a:prstGeom>
          <a:noFill/>
        </p:spPr>
        <p:txBody>
          <a:bodyPr wrap="square" rtlCol="0">
            <a:spAutoFit/>
          </a:bodyPr>
          <a:lstStyle/>
          <a:p>
            <a:pPr algn="ctr"/>
            <a:r>
              <a:rPr lang="en-US" sz="6600" b="1">
                <a:solidFill>
                  <a:srgbClr val="0000FF"/>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91476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BE9727992A24479AC7469DEEDEA94C" ma:contentTypeVersion="18" ma:contentTypeDescription="Create a new document." ma:contentTypeScope="" ma:versionID="721a10a1097c614ad479fdfe2e59d1b8">
  <xsd:schema xmlns:xsd="http://www.w3.org/2001/XMLSchema" xmlns:xs="http://www.w3.org/2001/XMLSchema" xmlns:p="http://schemas.microsoft.com/office/2006/metadata/properties" xmlns:ns2="9d157257-a3bf-4ff5-a465-4e2defe95989" xmlns:ns3="5fe9d9f8-cc4e-4bb2-9b11-9758b481ddc1" targetNamespace="http://schemas.microsoft.com/office/2006/metadata/properties" ma:root="true" ma:fieldsID="c41339a64508fe7ea51c60068e684819" ns2:_="" ns3:_="">
    <xsd:import namespace="9d157257-a3bf-4ff5-a465-4e2defe95989"/>
    <xsd:import namespace="5fe9d9f8-cc4e-4bb2-9b11-9758b481ddc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157257-a3bf-4ff5-a465-4e2defe95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4cab4e9-b41f-4aee-96b1-c1b3b1261b9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9f8-cc4e-4bb2-9b11-9758b481ddc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4bd9be1-660a-4bc7-baff-f2d1738c4dfe}" ma:internalName="TaxCatchAll" ma:showField="CatchAllData" ma:web="5fe9d9f8-cc4e-4bb2-9b11-9758b481dd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d157257-a3bf-4ff5-a465-4e2defe95989">
      <Terms xmlns="http://schemas.microsoft.com/office/infopath/2007/PartnerControls"/>
    </lcf76f155ced4ddcb4097134ff3c332f>
    <TaxCatchAll xmlns="5fe9d9f8-cc4e-4bb2-9b11-9758b481ddc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6BF3EB-91F5-466E-8293-528F66B31091}">
  <ds:schemaRefs>
    <ds:schemaRef ds:uri="5fe9d9f8-cc4e-4bb2-9b11-9758b481ddc1"/>
    <ds:schemaRef ds:uri="9d157257-a3bf-4ff5-a465-4e2defe959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CC55435-FD74-4199-9EAF-6CE613794E58}">
  <ds:schemaRefs>
    <ds:schemaRef ds:uri="http://schemas.microsoft.com/office/2006/documentManagement/types"/>
    <ds:schemaRef ds:uri="http://schemas.openxmlformats.org/package/2006/metadata/core-properties"/>
    <ds:schemaRef ds:uri="9d157257-a3bf-4ff5-a465-4e2defe95989"/>
    <ds:schemaRef ds:uri="http://purl.org/dc/dcmitype/"/>
    <ds:schemaRef ds:uri="http://purl.org/dc/elements/1.1/"/>
    <ds:schemaRef ds:uri="http://schemas.microsoft.com/office/2006/metadata/properties"/>
    <ds:schemaRef ds:uri="http://schemas.microsoft.com/office/infopath/2007/PartnerControls"/>
    <ds:schemaRef ds:uri="http://purl.org/dc/terms/"/>
    <ds:schemaRef ds:uri="http://www.w3.org/XML/1998/namespace"/>
    <ds:schemaRef ds:uri="5fe9d9f8-cc4e-4bb2-9b11-9758b481ddc1"/>
  </ds:schemaRefs>
</ds:datastoreItem>
</file>

<file path=customXml/itemProps3.xml><?xml version="1.0" encoding="utf-8"?>
<ds:datastoreItem xmlns:ds="http://schemas.openxmlformats.org/officeDocument/2006/customXml" ds:itemID="{E4E9AF2F-1DDC-4769-A296-E5CCC8D7708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166</TotalTime>
  <Words>2307</Words>
  <Application>Microsoft Office PowerPoint</Application>
  <PresentationFormat>寬螢幕</PresentationFormat>
  <Paragraphs>213</Paragraphs>
  <Slides>13</Slides>
  <Notes>0</Notes>
  <HiddenSlides>6</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 Light</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VN24320</dc:creator>
  <cp:lastModifiedBy>陳嘉元</cp:lastModifiedBy>
  <cp:revision>185</cp:revision>
  <dcterms:created xsi:type="dcterms:W3CDTF">2025-12-06T04:19:25Z</dcterms:created>
  <dcterms:modified xsi:type="dcterms:W3CDTF">2025-12-15T05:59:13Z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0x01010003BE9727992A24479AC7469DEEDEA94C</vt:lpwstr>
  </property>
  <property fmtid="{D5CDD505-2E9C-101B-9397-08002B2CF9AE}" pid="3" name="MediaServiceImageTags">
    <vt:lpwstr/>
  </property>
</Properties>
</file>